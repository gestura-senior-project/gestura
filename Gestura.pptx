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6"/>
  </p:notesMasterIdLst>
  <p:handoutMasterIdLst>
    <p:handoutMasterId r:id="rId7"/>
  </p:handoutMasterIdLst>
  <p:sldIdLst>
    <p:sldId id="267" r:id="rId5"/>
  </p:sldIdLst>
  <p:sldSz cx="43891200" cy="32918400"/>
  <p:notesSz cx="12039600" cy="7010400"/>
  <p:defaultTextStyle>
    <a:defPPr>
      <a:defRPr lang="en-US"/>
    </a:defPPr>
    <a:lvl1pPr algn="l" rtl="0" eaLnBrk="0" fontAlgn="base" hangingPunct="0">
      <a:spcBef>
        <a:spcPct val="0"/>
      </a:spcBef>
      <a:spcAft>
        <a:spcPct val="0"/>
      </a:spcAft>
      <a:defRPr sz="1900" kern="1200">
        <a:solidFill>
          <a:schemeClr val="tx1"/>
        </a:solidFill>
        <a:latin typeface="Times New Roman" pitchFamily="18" charset="0"/>
        <a:ea typeface="+mn-ea"/>
        <a:cs typeface="+mn-cs"/>
      </a:defRPr>
    </a:lvl1pPr>
    <a:lvl2pPr marL="336865" indent="93574" algn="l" rtl="0" eaLnBrk="0" fontAlgn="base" hangingPunct="0">
      <a:spcBef>
        <a:spcPct val="0"/>
      </a:spcBef>
      <a:spcAft>
        <a:spcPct val="0"/>
      </a:spcAft>
      <a:defRPr sz="1900" kern="1200">
        <a:solidFill>
          <a:schemeClr val="tx1"/>
        </a:solidFill>
        <a:latin typeface="Times New Roman" pitchFamily="18" charset="0"/>
        <a:ea typeface="+mn-ea"/>
        <a:cs typeface="+mn-cs"/>
      </a:defRPr>
    </a:lvl2pPr>
    <a:lvl3pPr marL="676070" indent="187147" algn="l" rtl="0" eaLnBrk="0" fontAlgn="base" hangingPunct="0">
      <a:spcBef>
        <a:spcPct val="0"/>
      </a:spcBef>
      <a:spcAft>
        <a:spcPct val="0"/>
      </a:spcAft>
      <a:defRPr sz="1900" kern="1200">
        <a:solidFill>
          <a:schemeClr val="tx1"/>
        </a:solidFill>
        <a:latin typeface="Times New Roman" pitchFamily="18" charset="0"/>
        <a:ea typeface="+mn-ea"/>
        <a:cs typeface="+mn-cs"/>
      </a:defRPr>
    </a:lvl3pPr>
    <a:lvl4pPr marL="1015274" indent="280721" algn="l" rtl="0" eaLnBrk="0" fontAlgn="base" hangingPunct="0">
      <a:spcBef>
        <a:spcPct val="0"/>
      </a:spcBef>
      <a:spcAft>
        <a:spcPct val="0"/>
      </a:spcAft>
      <a:defRPr sz="1900" kern="1200">
        <a:solidFill>
          <a:schemeClr val="tx1"/>
        </a:solidFill>
        <a:latin typeface="Times New Roman" pitchFamily="18" charset="0"/>
        <a:ea typeface="+mn-ea"/>
        <a:cs typeface="+mn-cs"/>
      </a:defRPr>
    </a:lvl4pPr>
    <a:lvl5pPr marL="1354479" indent="376634" algn="l" rtl="0" eaLnBrk="0" fontAlgn="base" hangingPunct="0">
      <a:spcBef>
        <a:spcPct val="0"/>
      </a:spcBef>
      <a:spcAft>
        <a:spcPct val="0"/>
      </a:spcAft>
      <a:defRPr sz="1900" kern="1200">
        <a:solidFill>
          <a:schemeClr val="tx1"/>
        </a:solidFill>
        <a:latin typeface="Times New Roman" pitchFamily="18" charset="0"/>
        <a:ea typeface="+mn-ea"/>
        <a:cs typeface="+mn-cs"/>
      </a:defRPr>
    </a:lvl5pPr>
    <a:lvl6pPr marL="3368650" algn="l" defTabSz="1347460" rtl="0" eaLnBrk="1" latinLnBrk="0" hangingPunct="1">
      <a:defRPr sz="1900" kern="1200">
        <a:solidFill>
          <a:schemeClr val="tx1"/>
        </a:solidFill>
        <a:latin typeface="Times New Roman" pitchFamily="18" charset="0"/>
        <a:ea typeface="+mn-ea"/>
        <a:cs typeface="+mn-cs"/>
      </a:defRPr>
    </a:lvl6pPr>
    <a:lvl7pPr marL="4042380" algn="l" defTabSz="1347460" rtl="0" eaLnBrk="1" latinLnBrk="0" hangingPunct="1">
      <a:defRPr sz="1900" kern="1200">
        <a:solidFill>
          <a:schemeClr val="tx1"/>
        </a:solidFill>
        <a:latin typeface="Times New Roman" pitchFamily="18" charset="0"/>
        <a:ea typeface="+mn-ea"/>
        <a:cs typeface="+mn-cs"/>
      </a:defRPr>
    </a:lvl7pPr>
    <a:lvl8pPr marL="4716109" algn="l" defTabSz="1347460" rtl="0" eaLnBrk="1" latinLnBrk="0" hangingPunct="1">
      <a:defRPr sz="1900" kern="1200">
        <a:solidFill>
          <a:schemeClr val="tx1"/>
        </a:solidFill>
        <a:latin typeface="Times New Roman" pitchFamily="18" charset="0"/>
        <a:ea typeface="+mn-ea"/>
        <a:cs typeface="+mn-cs"/>
      </a:defRPr>
    </a:lvl8pPr>
    <a:lvl9pPr marL="5389839" algn="l" defTabSz="1347460" rtl="0" eaLnBrk="1" latinLnBrk="0" hangingPunct="1">
      <a:defRPr sz="19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0350" userDrawn="1">
          <p15:clr>
            <a:srgbClr val="A4A3A4"/>
          </p15:clr>
        </p15:guide>
        <p15:guide id="2" orient="horz" pos="10466" userDrawn="1">
          <p15:clr>
            <a:srgbClr val="A4A3A4"/>
          </p15:clr>
        </p15:guide>
        <p15:guide id="3" orient="horz" pos="478" userDrawn="1">
          <p15:clr>
            <a:srgbClr val="A4A3A4"/>
          </p15:clr>
        </p15:guide>
        <p15:guide id="4" pos="699" userDrawn="1">
          <p15:clr>
            <a:srgbClr val="A4A3A4"/>
          </p15:clr>
        </p15:guide>
        <p15:guide id="5" userDrawn="1">
          <p15:clr>
            <a:srgbClr val="A4A3A4"/>
          </p15:clr>
        </p15:guide>
        <p15:guide id="6" pos="13865" userDrawn="1">
          <p15:clr>
            <a:srgbClr val="A4A3A4"/>
          </p15:clr>
        </p15:guide>
        <p15:guide id="7" pos="27648" userDrawn="1">
          <p15:clr>
            <a:srgbClr val="A4A3A4"/>
          </p15:clr>
        </p15:guide>
        <p15:guide id="8" pos="27072" userDrawn="1">
          <p15:clr>
            <a:srgbClr val="A4A3A4"/>
          </p15:clr>
        </p15:guide>
      </p15:sldGuideLst>
    </p:ext>
    <p:ext uri="{2D200454-40CA-4A62-9FC3-DE9A4176ACB9}">
      <p15:notesGuideLst xmlns:p15="http://schemas.microsoft.com/office/powerpoint/2012/main">
        <p15:guide id="1" orient="horz" pos="2208">
          <p15:clr>
            <a:srgbClr val="A4A3A4"/>
          </p15:clr>
        </p15:guide>
        <p15:guide id="2" pos="379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300"/>
    <a:srgbClr val="FF9400"/>
    <a:srgbClr val="FFD579"/>
    <a:srgbClr val="FF8181"/>
    <a:srgbClr val="700000"/>
    <a:srgbClr val="84027F"/>
    <a:srgbClr val="820000"/>
    <a:srgbClr val="0033CC"/>
    <a:srgbClr val="CCECFF"/>
    <a:srgbClr val="B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59"/>
    <p:restoredTop sz="94704"/>
  </p:normalViewPr>
  <p:slideViewPr>
    <p:cSldViewPr snapToGrid="0">
      <p:cViewPr varScale="1">
        <p:scale>
          <a:sx n="25" d="100"/>
          <a:sy n="25" d="100"/>
        </p:scale>
        <p:origin x="824" y="160"/>
      </p:cViewPr>
      <p:guideLst>
        <p:guide orient="horz" pos="20350"/>
        <p:guide orient="horz" pos="10466"/>
        <p:guide orient="horz" pos="478"/>
        <p:guide pos="699"/>
        <p:guide/>
        <p:guide pos="13865"/>
        <p:guide pos="27648"/>
        <p:guide pos="27072"/>
      </p:guideLst>
    </p:cSldViewPr>
  </p:slideViewPr>
  <p:notesTextViewPr>
    <p:cViewPr>
      <p:scale>
        <a:sx n="1" d="1"/>
        <a:sy n="1" d="1"/>
      </p:scale>
      <p:origin x="0" y="0"/>
    </p:cViewPr>
  </p:notesTextViewPr>
  <p:notesViewPr>
    <p:cSldViewPr snapToGrid="0">
      <p:cViewPr>
        <p:scale>
          <a:sx n="1" d="2"/>
          <a:sy n="1" d="2"/>
        </p:scale>
        <p:origin x="0" y="0"/>
      </p:cViewPr>
      <p:guideLst>
        <p:guide orient="horz" pos="2208"/>
        <p:guide pos="3792"/>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5200094" cy="368716"/>
          </a:xfrm>
          <a:prstGeom prst="rect">
            <a:avLst/>
          </a:prstGeom>
          <a:noFill/>
          <a:ln w="9525">
            <a:noFill/>
            <a:miter lim="800000"/>
            <a:headEnd/>
            <a:tailEnd/>
          </a:ln>
          <a:effectLst/>
        </p:spPr>
        <p:txBody>
          <a:bodyPr vert="horz" wrap="square" lIns="105019" tIns="52510" rIns="105019" bIns="52510" numCol="1" anchor="t" anchorCtr="0" compatLnSpc="1">
            <a:prstTxWarp prst="textNoShape">
              <a:avLst/>
            </a:prstTxWarp>
          </a:bodyPr>
          <a:lstStyle>
            <a:lvl1pPr defTabSz="1051650">
              <a:defRPr sz="1400"/>
            </a:lvl1pPr>
          </a:lstStyle>
          <a:p>
            <a:pPr>
              <a:defRPr/>
            </a:pPr>
            <a:endParaRPr lang="en-AU"/>
          </a:p>
        </p:txBody>
      </p:sp>
      <p:sp>
        <p:nvSpPr>
          <p:cNvPr id="4099" name="Rectangle 3"/>
          <p:cNvSpPr>
            <a:spLocks noGrp="1" noChangeArrowheads="1"/>
          </p:cNvSpPr>
          <p:nvPr>
            <p:ph type="dt" sz="quarter" idx="1"/>
          </p:nvPr>
        </p:nvSpPr>
        <p:spPr bwMode="auto">
          <a:xfrm>
            <a:off x="6760639" y="0"/>
            <a:ext cx="5326799" cy="368716"/>
          </a:xfrm>
          <a:prstGeom prst="rect">
            <a:avLst/>
          </a:prstGeom>
          <a:noFill/>
          <a:ln w="9525">
            <a:noFill/>
            <a:miter lim="800000"/>
            <a:headEnd/>
            <a:tailEnd/>
          </a:ln>
          <a:effectLst/>
        </p:spPr>
        <p:txBody>
          <a:bodyPr vert="horz" wrap="square" lIns="105019" tIns="52510" rIns="105019" bIns="52510" numCol="1" anchor="t" anchorCtr="0" compatLnSpc="1">
            <a:prstTxWarp prst="textNoShape">
              <a:avLst/>
            </a:prstTxWarp>
          </a:bodyPr>
          <a:lstStyle>
            <a:lvl1pPr algn="r" defTabSz="1051650">
              <a:defRPr sz="1400"/>
            </a:lvl1pPr>
          </a:lstStyle>
          <a:p>
            <a:pPr>
              <a:defRPr/>
            </a:pPr>
            <a:endParaRPr lang="en-AU"/>
          </a:p>
        </p:txBody>
      </p:sp>
      <p:sp>
        <p:nvSpPr>
          <p:cNvPr id="4100" name="Rectangle 4"/>
          <p:cNvSpPr>
            <a:spLocks noGrp="1" noChangeArrowheads="1"/>
          </p:cNvSpPr>
          <p:nvPr>
            <p:ph type="ftr" sz="quarter" idx="2"/>
          </p:nvPr>
        </p:nvSpPr>
        <p:spPr bwMode="auto">
          <a:xfrm>
            <a:off x="0" y="6659641"/>
            <a:ext cx="5200094" cy="366322"/>
          </a:xfrm>
          <a:prstGeom prst="rect">
            <a:avLst/>
          </a:prstGeom>
          <a:noFill/>
          <a:ln w="9525">
            <a:noFill/>
            <a:miter lim="800000"/>
            <a:headEnd/>
            <a:tailEnd/>
          </a:ln>
          <a:effectLst/>
        </p:spPr>
        <p:txBody>
          <a:bodyPr vert="horz" wrap="square" lIns="105019" tIns="52510" rIns="105019" bIns="52510" numCol="1" anchor="b" anchorCtr="0" compatLnSpc="1">
            <a:prstTxWarp prst="textNoShape">
              <a:avLst/>
            </a:prstTxWarp>
          </a:bodyPr>
          <a:lstStyle>
            <a:lvl1pPr defTabSz="1051650">
              <a:defRPr sz="1400"/>
            </a:lvl1pPr>
          </a:lstStyle>
          <a:p>
            <a:pPr>
              <a:defRPr/>
            </a:pPr>
            <a:endParaRPr lang="en-AU"/>
          </a:p>
        </p:txBody>
      </p:sp>
      <p:sp>
        <p:nvSpPr>
          <p:cNvPr id="4101" name="Rectangle 5"/>
          <p:cNvSpPr>
            <a:spLocks noGrp="1" noChangeArrowheads="1"/>
          </p:cNvSpPr>
          <p:nvPr>
            <p:ph type="sldNum" sz="quarter" idx="3"/>
          </p:nvPr>
        </p:nvSpPr>
        <p:spPr bwMode="auto">
          <a:xfrm>
            <a:off x="6760639" y="6659641"/>
            <a:ext cx="5326799" cy="366322"/>
          </a:xfrm>
          <a:prstGeom prst="rect">
            <a:avLst/>
          </a:prstGeom>
          <a:noFill/>
          <a:ln w="9525">
            <a:noFill/>
            <a:miter lim="800000"/>
            <a:headEnd/>
            <a:tailEnd/>
          </a:ln>
          <a:effectLst/>
        </p:spPr>
        <p:txBody>
          <a:bodyPr vert="horz" wrap="square" lIns="105019" tIns="52510" rIns="105019" bIns="52510" numCol="1" anchor="b" anchorCtr="0" compatLnSpc="1">
            <a:prstTxWarp prst="textNoShape">
              <a:avLst/>
            </a:prstTxWarp>
          </a:bodyPr>
          <a:lstStyle>
            <a:lvl1pPr algn="r" defTabSz="1051650">
              <a:defRPr sz="1400"/>
            </a:lvl1pPr>
          </a:lstStyle>
          <a:p>
            <a:pPr>
              <a:defRPr/>
            </a:pPr>
            <a:fld id="{9D45C91A-22C9-4217-9B79-F8ACF32ABE22}" type="slidenum">
              <a:rPr lang="en-AU"/>
              <a:pPr>
                <a:defRPr/>
              </a:pPr>
              <a:t>‹#›</a:t>
            </a:fld>
            <a:endParaRPr lang="en-AU"/>
          </a:p>
        </p:txBody>
      </p:sp>
    </p:spTree>
    <p:extLst>
      <p:ext uri="{BB962C8B-B14F-4D97-AF65-F5344CB8AC3E}">
        <p14:creationId xmlns:p14="http://schemas.microsoft.com/office/powerpoint/2010/main" val="23667722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5200094" cy="368716"/>
          </a:xfrm>
          <a:prstGeom prst="rect">
            <a:avLst/>
          </a:prstGeom>
          <a:noFill/>
          <a:ln w="9525">
            <a:noFill/>
            <a:miter lim="800000"/>
            <a:headEnd/>
            <a:tailEnd/>
          </a:ln>
          <a:effectLst/>
        </p:spPr>
        <p:txBody>
          <a:bodyPr vert="horz" wrap="square" lIns="105019" tIns="52510" rIns="105019" bIns="52510" numCol="1" anchor="t" anchorCtr="0" compatLnSpc="1">
            <a:prstTxWarp prst="textNoShape">
              <a:avLst/>
            </a:prstTxWarp>
          </a:bodyPr>
          <a:lstStyle>
            <a:lvl1pPr defTabSz="1051650">
              <a:defRPr sz="1400"/>
            </a:lvl1pPr>
          </a:lstStyle>
          <a:p>
            <a:pPr>
              <a:defRPr/>
            </a:pPr>
            <a:endParaRPr lang="en-AU"/>
          </a:p>
        </p:txBody>
      </p:sp>
      <p:sp>
        <p:nvSpPr>
          <p:cNvPr id="3075" name="Rectangle 3"/>
          <p:cNvSpPr>
            <a:spLocks noGrp="1" noChangeArrowheads="1"/>
          </p:cNvSpPr>
          <p:nvPr>
            <p:ph type="dt" idx="1"/>
          </p:nvPr>
        </p:nvSpPr>
        <p:spPr bwMode="auto">
          <a:xfrm>
            <a:off x="6760639" y="0"/>
            <a:ext cx="5326799" cy="368716"/>
          </a:xfrm>
          <a:prstGeom prst="rect">
            <a:avLst/>
          </a:prstGeom>
          <a:noFill/>
          <a:ln w="9525">
            <a:noFill/>
            <a:miter lim="800000"/>
            <a:headEnd/>
            <a:tailEnd/>
          </a:ln>
          <a:effectLst/>
        </p:spPr>
        <p:txBody>
          <a:bodyPr vert="horz" wrap="square" lIns="105019" tIns="52510" rIns="105019" bIns="52510" numCol="1" anchor="t" anchorCtr="0" compatLnSpc="1">
            <a:prstTxWarp prst="textNoShape">
              <a:avLst/>
            </a:prstTxWarp>
          </a:bodyPr>
          <a:lstStyle>
            <a:lvl1pPr algn="r" defTabSz="1051650">
              <a:defRPr sz="1400"/>
            </a:lvl1pPr>
          </a:lstStyle>
          <a:p>
            <a:pPr>
              <a:defRPr/>
            </a:pPr>
            <a:endParaRPr lang="en-AU"/>
          </a:p>
        </p:txBody>
      </p:sp>
      <p:sp>
        <p:nvSpPr>
          <p:cNvPr id="3076" name="Rectangle 4"/>
          <p:cNvSpPr>
            <a:spLocks noGrp="1" noRot="1" noChangeAspect="1" noChangeArrowheads="1" noTextEdit="1"/>
          </p:cNvSpPr>
          <p:nvPr>
            <p:ph type="sldImg" idx="2"/>
          </p:nvPr>
        </p:nvSpPr>
        <p:spPr bwMode="auto">
          <a:xfrm>
            <a:off x="4233863" y="523875"/>
            <a:ext cx="3497262" cy="262255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1560546" y="3355560"/>
            <a:ext cx="8835763" cy="3147257"/>
          </a:xfrm>
          <a:prstGeom prst="rect">
            <a:avLst/>
          </a:prstGeom>
          <a:noFill/>
          <a:ln w="9525">
            <a:noFill/>
            <a:miter lim="800000"/>
            <a:headEnd/>
            <a:tailEnd/>
          </a:ln>
          <a:effectLst/>
        </p:spPr>
        <p:txBody>
          <a:bodyPr vert="horz" wrap="square" lIns="105019" tIns="52510" rIns="105019" bIns="5251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3078" name="Rectangle 6"/>
          <p:cNvSpPr>
            <a:spLocks noGrp="1" noChangeArrowheads="1"/>
          </p:cNvSpPr>
          <p:nvPr>
            <p:ph type="ftr" sz="quarter" idx="4"/>
          </p:nvPr>
        </p:nvSpPr>
        <p:spPr bwMode="auto">
          <a:xfrm>
            <a:off x="0" y="6659641"/>
            <a:ext cx="5200094" cy="366322"/>
          </a:xfrm>
          <a:prstGeom prst="rect">
            <a:avLst/>
          </a:prstGeom>
          <a:noFill/>
          <a:ln w="9525">
            <a:noFill/>
            <a:miter lim="800000"/>
            <a:headEnd/>
            <a:tailEnd/>
          </a:ln>
          <a:effectLst/>
        </p:spPr>
        <p:txBody>
          <a:bodyPr vert="horz" wrap="square" lIns="105019" tIns="52510" rIns="105019" bIns="52510" numCol="1" anchor="b" anchorCtr="0" compatLnSpc="1">
            <a:prstTxWarp prst="textNoShape">
              <a:avLst/>
            </a:prstTxWarp>
          </a:bodyPr>
          <a:lstStyle>
            <a:lvl1pPr defTabSz="1051650">
              <a:defRPr sz="1400"/>
            </a:lvl1pPr>
          </a:lstStyle>
          <a:p>
            <a:pPr>
              <a:defRPr/>
            </a:pPr>
            <a:endParaRPr lang="en-AU"/>
          </a:p>
        </p:txBody>
      </p:sp>
      <p:sp>
        <p:nvSpPr>
          <p:cNvPr id="3079" name="Rectangle 7"/>
          <p:cNvSpPr>
            <a:spLocks noGrp="1" noChangeArrowheads="1"/>
          </p:cNvSpPr>
          <p:nvPr>
            <p:ph type="sldNum" sz="quarter" idx="5"/>
          </p:nvPr>
        </p:nvSpPr>
        <p:spPr bwMode="auto">
          <a:xfrm>
            <a:off x="6760639" y="6659641"/>
            <a:ext cx="5326799" cy="366322"/>
          </a:xfrm>
          <a:prstGeom prst="rect">
            <a:avLst/>
          </a:prstGeom>
          <a:noFill/>
          <a:ln w="9525">
            <a:noFill/>
            <a:miter lim="800000"/>
            <a:headEnd/>
            <a:tailEnd/>
          </a:ln>
          <a:effectLst/>
        </p:spPr>
        <p:txBody>
          <a:bodyPr vert="horz" wrap="square" lIns="105019" tIns="52510" rIns="105019" bIns="52510" numCol="1" anchor="b" anchorCtr="0" compatLnSpc="1">
            <a:prstTxWarp prst="textNoShape">
              <a:avLst/>
            </a:prstTxWarp>
          </a:bodyPr>
          <a:lstStyle>
            <a:lvl1pPr algn="r" defTabSz="1051650">
              <a:defRPr sz="1400"/>
            </a:lvl1pPr>
          </a:lstStyle>
          <a:p>
            <a:pPr>
              <a:defRPr/>
            </a:pPr>
            <a:fld id="{FC06D676-8752-49C8-9FAB-90E6A004A6DB}" type="slidenum">
              <a:rPr lang="en-AU"/>
              <a:pPr>
                <a:defRPr/>
              </a:pPr>
              <a:t>‹#›</a:t>
            </a:fld>
            <a:endParaRPr lang="en-AU"/>
          </a:p>
        </p:txBody>
      </p:sp>
    </p:spTree>
    <p:extLst>
      <p:ext uri="{BB962C8B-B14F-4D97-AF65-F5344CB8AC3E}">
        <p14:creationId xmlns:p14="http://schemas.microsoft.com/office/powerpoint/2010/main" val="237953579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900" kern="1200">
        <a:solidFill>
          <a:schemeClr val="tx1"/>
        </a:solidFill>
        <a:latin typeface="Times New Roman" pitchFamily="18" charset="0"/>
        <a:ea typeface="+mn-ea"/>
        <a:cs typeface="+mn-cs"/>
      </a:defRPr>
    </a:lvl1pPr>
    <a:lvl2pPr marL="336865" algn="l" rtl="0" eaLnBrk="0" fontAlgn="base" hangingPunct="0">
      <a:spcBef>
        <a:spcPct val="30000"/>
      </a:spcBef>
      <a:spcAft>
        <a:spcPct val="0"/>
      </a:spcAft>
      <a:defRPr sz="900" kern="1200">
        <a:solidFill>
          <a:schemeClr val="tx1"/>
        </a:solidFill>
        <a:latin typeface="Times New Roman" pitchFamily="18" charset="0"/>
        <a:ea typeface="+mn-ea"/>
        <a:cs typeface="+mn-cs"/>
      </a:defRPr>
    </a:lvl2pPr>
    <a:lvl3pPr marL="676070" algn="l" rtl="0" eaLnBrk="0" fontAlgn="base" hangingPunct="0">
      <a:spcBef>
        <a:spcPct val="30000"/>
      </a:spcBef>
      <a:spcAft>
        <a:spcPct val="0"/>
      </a:spcAft>
      <a:defRPr sz="900" kern="1200">
        <a:solidFill>
          <a:schemeClr val="tx1"/>
        </a:solidFill>
        <a:latin typeface="Times New Roman" pitchFamily="18" charset="0"/>
        <a:ea typeface="+mn-ea"/>
        <a:cs typeface="+mn-cs"/>
      </a:defRPr>
    </a:lvl3pPr>
    <a:lvl4pPr marL="1015274" algn="l" rtl="0" eaLnBrk="0" fontAlgn="base" hangingPunct="0">
      <a:spcBef>
        <a:spcPct val="30000"/>
      </a:spcBef>
      <a:spcAft>
        <a:spcPct val="0"/>
      </a:spcAft>
      <a:defRPr sz="900" kern="1200">
        <a:solidFill>
          <a:schemeClr val="tx1"/>
        </a:solidFill>
        <a:latin typeface="Times New Roman" pitchFamily="18" charset="0"/>
        <a:ea typeface="+mn-ea"/>
        <a:cs typeface="+mn-cs"/>
      </a:defRPr>
    </a:lvl4pPr>
    <a:lvl5pPr marL="1354479" algn="l" rtl="0" eaLnBrk="0" fontAlgn="base" hangingPunct="0">
      <a:spcBef>
        <a:spcPct val="30000"/>
      </a:spcBef>
      <a:spcAft>
        <a:spcPct val="0"/>
      </a:spcAft>
      <a:defRPr sz="900" kern="1200">
        <a:solidFill>
          <a:schemeClr val="tx1"/>
        </a:solidFill>
        <a:latin typeface="Times New Roman" pitchFamily="18" charset="0"/>
        <a:ea typeface="+mn-ea"/>
        <a:cs typeface="+mn-cs"/>
      </a:defRPr>
    </a:lvl5pPr>
    <a:lvl6pPr marL="1694618" algn="l" defTabSz="677846" rtl="0" eaLnBrk="1" latinLnBrk="0" hangingPunct="1">
      <a:defRPr sz="900" kern="1200">
        <a:solidFill>
          <a:schemeClr val="tx1"/>
        </a:solidFill>
        <a:latin typeface="+mn-lt"/>
        <a:ea typeface="+mn-ea"/>
        <a:cs typeface="+mn-cs"/>
      </a:defRPr>
    </a:lvl6pPr>
    <a:lvl7pPr marL="2033540" algn="l" defTabSz="677846" rtl="0" eaLnBrk="1" latinLnBrk="0" hangingPunct="1">
      <a:defRPr sz="900" kern="1200">
        <a:solidFill>
          <a:schemeClr val="tx1"/>
        </a:solidFill>
        <a:latin typeface="+mn-lt"/>
        <a:ea typeface="+mn-ea"/>
        <a:cs typeface="+mn-cs"/>
      </a:defRPr>
    </a:lvl7pPr>
    <a:lvl8pPr marL="2372464" algn="l" defTabSz="677846" rtl="0" eaLnBrk="1" latinLnBrk="0" hangingPunct="1">
      <a:defRPr sz="900" kern="1200">
        <a:solidFill>
          <a:schemeClr val="tx1"/>
        </a:solidFill>
        <a:latin typeface="+mn-lt"/>
        <a:ea typeface="+mn-ea"/>
        <a:cs typeface="+mn-cs"/>
      </a:defRPr>
    </a:lvl8pPr>
    <a:lvl9pPr marL="2711387" algn="l" defTabSz="677846"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a:xfrm>
            <a:off x="4235450" y="523875"/>
            <a:ext cx="3494088" cy="2622550"/>
          </a:xfrm>
          <a:ln/>
        </p:spPr>
      </p:sp>
      <p:sp>
        <p:nvSpPr>
          <p:cNvPr id="4099" name="Notes Placeholder 2"/>
          <p:cNvSpPr>
            <a:spLocks noGrp="1"/>
          </p:cNvSpPr>
          <p:nvPr>
            <p:ph type="body" idx="1"/>
          </p:nvPr>
        </p:nvSpPr>
        <p:spPr>
          <a:noFill/>
          <a:ln/>
        </p:spPr>
        <p:txBody>
          <a:bodyPr/>
          <a:lstStyle/>
          <a:p>
            <a:endParaRPr lang="en-US" dirty="0"/>
          </a:p>
        </p:txBody>
      </p:sp>
      <p:sp>
        <p:nvSpPr>
          <p:cNvPr id="4100" name="Slide Number Placeholder 3"/>
          <p:cNvSpPr>
            <a:spLocks noGrp="1"/>
          </p:cNvSpPr>
          <p:nvPr>
            <p:ph type="sldNum" sz="quarter" idx="5"/>
          </p:nvPr>
        </p:nvSpPr>
        <p:spPr>
          <a:noFill/>
        </p:spPr>
        <p:txBody>
          <a:bodyPr/>
          <a:lstStyle/>
          <a:p>
            <a:pPr defTabSz="1051165"/>
            <a:fld id="{D4EBC6C9-D612-4574-B768-B5B932D90B52}" type="slidenum">
              <a:rPr lang="en-US" smtClean="0"/>
              <a:pPr defTabSz="1051165"/>
              <a:t>1</a:t>
            </a:fld>
            <a:endParaRPr lang="en-US"/>
          </a:p>
        </p:txBody>
      </p:sp>
    </p:spTree>
    <p:extLst>
      <p:ext uri="{BB962C8B-B14F-4D97-AF65-F5344CB8AC3E}">
        <p14:creationId xmlns:p14="http://schemas.microsoft.com/office/powerpoint/2010/main" val="34754376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576" y="10226679"/>
            <a:ext cx="37308062" cy="7054848"/>
          </a:xfrm>
          <a:prstGeom prst="rect">
            <a:avLst/>
          </a:prstGeom>
        </p:spPr>
        <p:txBody>
          <a:bodyPr lIns="134746" tIns="67373" rIns="134746" bIns="67373"/>
          <a:lstStyle/>
          <a:p>
            <a:r>
              <a:rPr lang="en-US"/>
              <a:t>Click to edit Master title style</a:t>
            </a:r>
          </a:p>
        </p:txBody>
      </p:sp>
      <p:sp>
        <p:nvSpPr>
          <p:cNvPr id="3" name="Subtitle 2"/>
          <p:cNvSpPr>
            <a:spLocks noGrp="1"/>
          </p:cNvSpPr>
          <p:nvPr>
            <p:ph type="subTitle" idx="1"/>
          </p:nvPr>
        </p:nvSpPr>
        <p:spPr>
          <a:xfrm>
            <a:off x="6583142" y="18653133"/>
            <a:ext cx="30724930" cy="8413750"/>
          </a:xfrm>
          <a:prstGeom prst="rect">
            <a:avLst/>
          </a:prstGeom>
        </p:spPr>
        <p:txBody>
          <a:bodyPr lIns="134746" tIns="67373" rIns="134746" bIns="67373"/>
          <a:lstStyle>
            <a:lvl1pPr marL="0" indent="0" algn="ctr">
              <a:buNone/>
              <a:defRPr/>
            </a:lvl1pPr>
            <a:lvl2pPr marL="338844" indent="0" algn="ctr">
              <a:buNone/>
              <a:defRPr/>
            </a:lvl2pPr>
            <a:lvl3pPr marL="677687" indent="0" algn="ctr">
              <a:buNone/>
              <a:defRPr/>
            </a:lvl3pPr>
            <a:lvl4pPr marL="1016531" indent="0" algn="ctr">
              <a:buNone/>
              <a:defRPr/>
            </a:lvl4pPr>
            <a:lvl5pPr marL="1355374" indent="0" algn="ctr">
              <a:buNone/>
              <a:defRPr/>
            </a:lvl5pPr>
            <a:lvl6pPr marL="1694218" indent="0" algn="ctr">
              <a:buNone/>
              <a:defRPr/>
            </a:lvl6pPr>
            <a:lvl7pPr marL="2033062" indent="0" algn="ctr">
              <a:buNone/>
              <a:defRPr/>
            </a:lvl7pPr>
            <a:lvl8pPr marL="2371905" indent="0" algn="ctr">
              <a:buNone/>
              <a:defRPr/>
            </a:lvl8pPr>
            <a:lvl9pPr marL="2710749" indent="0" algn="ctr">
              <a:buNone/>
              <a:defRPr/>
            </a:lvl9pPr>
          </a:lstStyle>
          <a:p>
            <a:r>
              <a:rPr lang="en-US"/>
              <a:t>Click to edit Master subtitle style</a:t>
            </a:r>
          </a:p>
        </p:txBody>
      </p:sp>
      <p:sp>
        <p:nvSpPr>
          <p:cNvPr id="4" name="Rectangle 4"/>
          <p:cNvSpPr>
            <a:spLocks noGrp="1" noChangeArrowheads="1"/>
          </p:cNvSpPr>
          <p:nvPr>
            <p:ph type="dt" sz="half" idx="10"/>
          </p:nvPr>
        </p:nvSpPr>
        <p:spPr>
          <a:xfrm>
            <a:off x="3291415" y="29991050"/>
            <a:ext cx="9144000" cy="2197101"/>
          </a:xfrm>
          <a:prstGeom prst="rect">
            <a:avLst/>
          </a:prstGeom>
          <a:ln/>
        </p:spPr>
        <p:txBody>
          <a:bodyPr lIns="134746" tIns="67373" rIns="134746" bIns="67373"/>
          <a:lstStyle>
            <a:lvl1pPr>
              <a:defRPr/>
            </a:lvl1pPr>
          </a:lstStyle>
          <a:p>
            <a:pPr>
              <a:defRPr/>
            </a:pPr>
            <a:endParaRPr lang="en-US"/>
          </a:p>
        </p:txBody>
      </p:sp>
      <p:sp>
        <p:nvSpPr>
          <p:cNvPr id="5" name="Rectangle 5"/>
          <p:cNvSpPr>
            <a:spLocks noGrp="1" noChangeArrowheads="1"/>
          </p:cNvSpPr>
          <p:nvPr>
            <p:ph type="ftr" sz="quarter" idx="11"/>
          </p:nvPr>
        </p:nvSpPr>
        <p:spPr>
          <a:xfrm>
            <a:off x="14996588" y="29991050"/>
            <a:ext cx="13900149" cy="2197101"/>
          </a:xfrm>
          <a:prstGeom prst="rect">
            <a:avLst/>
          </a:prstGeom>
          <a:ln/>
        </p:spPr>
        <p:txBody>
          <a:bodyPr lIns="134746" tIns="67373" rIns="134746" bIns="67373"/>
          <a:lstStyle>
            <a:lvl1pPr>
              <a:defRPr/>
            </a:lvl1pPr>
          </a:lstStyle>
          <a:p>
            <a:pPr>
              <a:defRPr/>
            </a:pPr>
            <a:endParaRPr lang="en-US"/>
          </a:p>
        </p:txBody>
      </p:sp>
      <p:sp>
        <p:nvSpPr>
          <p:cNvPr id="6" name="Rectangle 6"/>
          <p:cNvSpPr>
            <a:spLocks noGrp="1" noChangeArrowheads="1"/>
          </p:cNvSpPr>
          <p:nvPr>
            <p:ph type="sldNum" sz="quarter" idx="12"/>
          </p:nvPr>
        </p:nvSpPr>
        <p:spPr>
          <a:xfrm>
            <a:off x="31455785" y="29991050"/>
            <a:ext cx="9144000" cy="2197101"/>
          </a:xfrm>
          <a:prstGeom prst="rect">
            <a:avLst/>
          </a:prstGeom>
          <a:ln/>
        </p:spPr>
        <p:txBody>
          <a:bodyPr lIns="134746" tIns="67373" rIns="134746" bIns="67373"/>
          <a:lstStyle>
            <a:lvl1pPr>
              <a:defRPr/>
            </a:lvl1pPr>
          </a:lstStyle>
          <a:p>
            <a:pPr>
              <a:defRPr/>
            </a:pPr>
            <a:fld id="{10C4D472-2291-493F-A0F3-E4A349B29C9A}"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91422" y="2927350"/>
            <a:ext cx="37308370" cy="5486400"/>
          </a:xfrm>
          <a:prstGeom prst="rect">
            <a:avLst/>
          </a:prstGeom>
        </p:spPr>
        <p:txBody>
          <a:bodyPr lIns="134746" tIns="67373" rIns="134746" bIns="67373"/>
          <a:lstStyle/>
          <a:p>
            <a:r>
              <a:rPr lang="en-US"/>
              <a:t>Click to edit Master title style</a:t>
            </a:r>
          </a:p>
        </p:txBody>
      </p:sp>
      <p:sp>
        <p:nvSpPr>
          <p:cNvPr id="3" name="Content Placeholder 2"/>
          <p:cNvSpPr>
            <a:spLocks noGrp="1"/>
          </p:cNvSpPr>
          <p:nvPr>
            <p:ph idx="1"/>
          </p:nvPr>
        </p:nvSpPr>
        <p:spPr>
          <a:xfrm>
            <a:off x="3291422" y="9509132"/>
            <a:ext cx="37308370" cy="19751673"/>
          </a:xfrm>
          <a:prstGeom prst="rect">
            <a:avLst/>
          </a:prstGeom>
        </p:spPr>
        <p:txBody>
          <a:bodyPr lIns="134746" tIns="67373" rIns="134746" bIns="673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3291415" y="29991050"/>
            <a:ext cx="9144000" cy="2197101"/>
          </a:xfrm>
          <a:prstGeom prst="rect">
            <a:avLst/>
          </a:prstGeom>
          <a:ln/>
        </p:spPr>
        <p:txBody>
          <a:bodyPr lIns="134746" tIns="67373" rIns="134746" bIns="67373"/>
          <a:lstStyle>
            <a:lvl1pPr>
              <a:defRPr/>
            </a:lvl1pPr>
          </a:lstStyle>
          <a:p>
            <a:pPr>
              <a:defRPr/>
            </a:pPr>
            <a:endParaRPr lang="en-US"/>
          </a:p>
        </p:txBody>
      </p:sp>
      <p:sp>
        <p:nvSpPr>
          <p:cNvPr id="5" name="Rectangle 5"/>
          <p:cNvSpPr>
            <a:spLocks noGrp="1" noChangeArrowheads="1"/>
          </p:cNvSpPr>
          <p:nvPr>
            <p:ph type="ftr" sz="quarter" idx="11"/>
          </p:nvPr>
        </p:nvSpPr>
        <p:spPr>
          <a:xfrm>
            <a:off x="14996588" y="29991050"/>
            <a:ext cx="13900149" cy="2197101"/>
          </a:xfrm>
          <a:prstGeom prst="rect">
            <a:avLst/>
          </a:prstGeom>
          <a:ln/>
        </p:spPr>
        <p:txBody>
          <a:bodyPr lIns="134746" tIns="67373" rIns="134746" bIns="67373"/>
          <a:lstStyle>
            <a:lvl1pPr>
              <a:defRPr/>
            </a:lvl1pPr>
          </a:lstStyle>
          <a:p>
            <a:pPr>
              <a:defRPr/>
            </a:pPr>
            <a:endParaRPr lang="en-US"/>
          </a:p>
        </p:txBody>
      </p:sp>
      <p:sp>
        <p:nvSpPr>
          <p:cNvPr id="6" name="Rectangle 6"/>
          <p:cNvSpPr>
            <a:spLocks noGrp="1" noChangeArrowheads="1"/>
          </p:cNvSpPr>
          <p:nvPr>
            <p:ph type="sldNum" sz="quarter" idx="12"/>
          </p:nvPr>
        </p:nvSpPr>
        <p:spPr>
          <a:xfrm>
            <a:off x="31455785" y="29991050"/>
            <a:ext cx="9144000" cy="2197101"/>
          </a:xfrm>
          <a:prstGeom prst="rect">
            <a:avLst/>
          </a:prstGeom>
          <a:ln/>
        </p:spPr>
        <p:txBody>
          <a:bodyPr lIns="134746" tIns="67373" rIns="134746" bIns="67373"/>
          <a:lstStyle>
            <a:lvl1pPr>
              <a:defRPr/>
            </a:lvl1pPr>
          </a:lstStyle>
          <a:p>
            <a:pPr>
              <a:defRPr/>
            </a:pPr>
            <a:fld id="{5A3B9C71-B29C-4F81-BF88-DBC4BFAB5E9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5" y="21153446"/>
            <a:ext cx="37308062" cy="6537327"/>
          </a:xfrm>
          <a:prstGeom prst="rect">
            <a:avLst/>
          </a:prstGeom>
        </p:spPr>
        <p:txBody>
          <a:bodyPr lIns="134746" tIns="67373" rIns="134746" bIns="67373" anchor="t"/>
          <a:lstStyle>
            <a:lvl1pPr algn="l">
              <a:defRPr sz="2901" b="1" cap="all"/>
            </a:lvl1pPr>
          </a:lstStyle>
          <a:p>
            <a:r>
              <a:rPr lang="en-US"/>
              <a:t>Click to edit Master title style</a:t>
            </a:r>
          </a:p>
        </p:txBody>
      </p:sp>
      <p:sp>
        <p:nvSpPr>
          <p:cNvPr id="3" name="Text Placeholder 2"/>
          <p:cNvSpPr>
            <a:spLocks noGrp="1"/>
          </p:cNvSpPr>
          <p:nvPr>
            <p:ph type="body" idx="1"/>
          </p:nvPr>
        </p:nvSpPr>
        <p:spPr>
          <a:xfrm>
            <a:off x="3467105" y="13952543"/>
            <a:ext cx="37308062" cy="7200900"/>
          </a:xfrm>
          <a:prstGeom prst="rect">
            <a:avLst/>
          </a:prstGeom>
        </p:spPr>
        <p:txBody>
          <a:bodyPr lIns="134746" tIns="67373" rIns="134746" bIns="67373" anchor="b"/>
          <a:lstStyle>
            <a:lvl1pPr marL="0" indent="0">
              <a:buNone/>
              <a:defRPr sz="1502"/>
            </a:lvl1pPr>
            <a:lvl2pPr marL="338844" indent="0">
              <a:buNone/>
              <a:defRPr sz="1303"/>
            </a:lvl2pPr>
            <a:lvl3pPr marL="677687" indent="0">
              <a:buNone/>
              <a:defRPr sz="1200"/>
            </a:lvl3pPr>
            <a:lvl4pPr marL="1016531" indent="0">
              <a:buNone/>
              <a:defRPr sz="1001"/>
            </a:lvl4pPr>
            <a:lvl5pPr marL="1355374" indent="0">
              <a:buNone/>
              <a:defRPr sz="1001"/>
            </a:lvl5pPr>
            <a:lvl6pPr marL="1694218" indent="0">
              <a:buNone/>
              <a:defRPr sz="1001"/>
            </a:lvl6pPr>
            <a:lvl7pPr marL="2033062" indent="0">
              <a:buNone/>
              <a:defRPr sz="1001"/>
            </a:lvl7pPr>
            <a:lvl8pPr marL="2371905" indent="0">
              <a:buNone/>
              <a:defRPr sz="1001"/>
            </a:lvl8pPr>
            <a:lvl9pPr marL="2710749" indent="0">
              <a:buNone/>
              <a:defRPr sz="1001"/>
            </a:lvl9pPr>
          </a:lstStyle>
          <a:p>
            <a:pPr lvl="0"/>
            <a:r>
              <a:rPr lang="en-US"/>
              <a:t>Click to edit Master text styles</a:t>
            </a:r>
          </a:p>
        </p:txBody>
      </p:sp>
      <p:sp>
        <p:nvSpPr>
          <p:cNvPr id="4" name="Rectangle 4"/>
          <p:cNvSpPr>
            <a:spLocks noGrp="1" noChangeArrowheads="1"/>
          </p:cNvSpPr>
          <p:nvPr>
            <p:ph type="dt" sz="half" idx="10"/>
          </p:nvPr>
        </p:nvSpPr>
        <p:spPr>
          <a:xfrm>
            <a:off x="3291415" y="29991050"/>
            <a:ext cx="9144000" cy="2197101"/>
          </a:xfrm>
          <a:prstGeom prst="rect">
            <a:avLst/>
          </a:prstGeom>
          <a:ln/>
        </p:spPr>
        <p:txBody>
          <a:bodyPr lIns="134746" tIns="67373" rIns="134746" bIns="67373"/>
          <a:lstStyle>
            <a:lvl1pPr>
              <a:defRPr/>
            </a:lvl1pPr>
          </a:lstStyle>
          <a:p>
            <a:pPr>
              <a:defRPr/>
            </a:pPr>
            <a:endParaRPr lang="en-US"/>
          </a:p>
        </p:txBody>
      </p:sp>
      <p:sp>
        <p:nvSpPr>
          <p:cNvPr id="5" name="Rectangle 5"/>
          <p:cNvSpPr>
            <a:spLocks noGrp="1" noChangeArrowheads="1"/>
          </p:cNvSpPr>
          <p:nvPr>
            <p:ph type="ftr" sz="quarter" idx="11"/>
          </p:nvPr>
        </p:nvSpPr>
        <p:spPr>
          <a:xfrm>
            <a:off x="14996588" y="29991050"/>
            <a:ext cx="13900149" cy="2197101"/>
          </a:xfrm>
          <a:prstGeom prst="rect">
            <a:avLst/>
          </a:prstGeom>
          <a:ln/>
        </p:spPr>
        <p:txBody>
          <a:bodyPr lIns="134746" tIns="67373" rIns="134746" bIns="67373"/>
          <a:lstStyle>
            <a:lvl1pPr>
              <a:defRPr/>
            </a:lvl1pPr>
          </a:lstStyle>
          <a:p>
            <a:pPr>
              <a:defRPr/>
            </a:pPr>
            <a:endParaRPr lang="en-US"/>
          </a:p>
        </p:txBody>
      </p:sp>
      <p:sp>
        <p:nvSpPr>
          <p:cNvPr id="6" name="Rectangle 6"/>
          <p:cNvSpPr>
            <a:spLocks noGrp="1" noChangeArrowheads="1"/>
          </p:cNvSpPr>
          <p:nvPr>
            <p:ph type="sldNum" sz="quarter" idx="12"/>
          </p:nvPr>
        </p:nvSpPr>
        <p:spPr>
          <a:xfrm>
            <a:off x="31455785" y="29991050"/>
            <a:ext cx="9144000" cy="2197101"/>
          </a:xfrm>
          <a:prstGeom prst="rect">
            <a:avLst/>
          </a:prstGeom>
          <a:ln/>
        </p:spPr>
        <p:txBody>
          <a:bodyPr lIns="134746" tIns="67373" rIns="134746" bIns="67373"/>
          <a:lstStyle>
            <a:lvl1pPr>
              <a:defRPr/>
            </a:lvl1pPr>
          </a:lstStyle>
          <a:p>
            <a:pPr>
              <a:defRPr/>
            </a:pPr>
            <a:fld id="{2E0738E3-046E-4E8D-ADFC-98F99CCB3FE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291422" y="2927350"/>
            <a:ext cx="37308370" cy="5486400"/>
          </a:xfrm>
          <a:prstGeom prst="rect">
            <a:avLst/>
          </a:prstGeom>
        </p:spPr>
        <p:txBody>
          <a:bodyPr lIns="134746" tIns="67373" rIns="134746" bIns="67373"/>
          <a:lstStyle/>
          <a:p>
            <a:r>
              <a:rPr lang="en-US"/>
              <a:t>Click to edit Master title style</a:t>
            </a:r>
          </a:p>
        </p:txBody>
      </p:sp>
      <p:sp>
        <p:nvSpPr>
          <p:cNvPr id="3" name="Content Placeholder 2"/>
          <p:cNvSpPr>
            <a:spLocks noGrp="1"/>
          </p:cNvSpPr>
          <p:nvPr>
            <p:ph sz="half" idx="1"/>
          </p:nvPr>
        </p:nvSpPr>
        <p:spPr>
          <a:xfrm>
            <a:off x="3292931" y="9509128"/>
            <a:ext cx="18587355" cy="19751678"/>
          </a:xfrm>
          <a:prstGeom prst="rect">
            <a:avLst/>
          </a:prstGeom>
        </p:spPr>
        <p:txBody>
          <a:bodyPr lIns="134746" tIns="67373" rIns="134746" bIns="67373"/>
          <a:lstStyle>
            <a:lvl1pPr>
              <a:defRPr sz="2098"/>
            </a:lvl1pPr>
            <a:lvl2pPr>
              <a:defRPr sz="1797"/>
            </a:lvl2pPr>
            <a:lvl3pPr>
              <a:defRPr sz="1502"/>
            </a:lvl3pPr>
            <a:lvl4pPr>
              <a:defRPr sz="1303"/>
            </a:lvl4pPr>
            <a:lvl5pPr>
              <a:defRPr sz="1303"/>
            </a:lvl5pPr>
            <a:lvl6pPr>
              <a:defRPr sz="1303"/>
            </a:lvl6pPr>
            <a:lvl7pPr>
              <a:defRPr sz="1303"/>
            </a:lvl7pPr>
            <a:lvl8pPr>
              <a:defRPr sz="1303"/>
            </a:lvl8pPr>
            <a:lvl9pPr>
              <a:defRPr sz="130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10915" y="9509128"/>
            <a:ext cx="18587355" cy="19751678"/>
          </a:xfrm>
          <a:prstGeom prst="rect">
            <a:avLst/>
          </a:prstGeom>
        </p:spPr>
        <p:txBody>
          <a:bodyPr lIns="134746" tIns="67373" rIns="134746" bIns="67373"/>
          <a:lstStyle>
            <a:lvl1pPr>
              <a:defRPr sz="2098"/>
            </a:lvl1pPr>
            <a:lvl2pPr>
              <a:defRPr sz="1797"/>
            </a:lvl2pPr>
            <a:lvl3pPr>
              <a:defRPr sz="1502"/>
            </a:lvl3pPr>
            <a:lvl4pPr>
              <a:defRPr sz="1303"/>
            </a:lvl4pPr>
            <a:lvl5pPr>
              <a:defRPr sz="1303"/>
            </a:lvl5pPr>
            <a:lvl6pPr>
              <a:defRPr sz="1303"/>
            </a:lvl6pPr>
            <a:lvl7pPr>
              <a:defRPr sz="1303"/>
            </a:lvl7pPr>
            <a:lvl8pPr>
              <a:defRPr sz="1303"/>
            </a:lvl8pPr>
            <a:lvl9pPr>
              <a:defRPr sz="130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3291415" y="29991050"/>
            <a:ext cx="9144000" cy="2197101"/>
          </a:xfrm>
          <a:prstGeom prst="rect">
            <a:avLst/>
          </a:prstGeom>
          <a:ln/>
        </p:spPr>
        <p:txBody>
          <a:bodyPr lIns="134746" tIns="67373" rIns="134746" bIns="67373"/>
          <a:lstStyle>
            <a:lvl1pPr>
              <a:defRPr/>
            </a:lvl1pPr>
          </a:lstStyle>
          <a:p>
            <a:pPr>
              <a:defRPr/>
            </a:pPr>
            <a:endParaRPr lang="en-US"/>
          </a:p>
        </p:txBody>
      </p:sp>
      <p:sp>
        <p:nvSpPr>
          <p:cNvPr id="6" name="Footer Placeholder 5"/>
          <p:cNvSpPr>
            <a:spLocks noGrp="1" noChangeArrowheads="1"/>
          </p:cNvSpPr>
          <p:nvPr>
            <p:ph type="ftr" sz="quarter" idx="11"/>
          </p:nvPr>
        </p:nvSpPr>
        <p:spPr>
          <a:xfrm>
            <a:off x="14996588" y="29991050"/>
            <a:ext cx="13900149" cy="2197101"/>
          </a:xfrm>
          <a:prstGeom prst="rect">
            <a:avLst/>
          </a:prstGeom>
          <a:ln/>
        </p:spPr>
        <p:txBody>
          <a:bodyPr lIns="134746" tIns="67373" rIns="134746" bIns="67373"/>
          <a:lstStyle>
            <a:lvl1pPr>
              <a:defRPr/>
            </a:lvl1pPr>
          </a:lstStyle>
          <a:p>
            <a:pPr>
              <a:defRPr/>
            </a:pPr>
            <a:endParaRPr lang="en-US"/>
          </a:p>
        </p:txBody>
      </p:sp>
      <p:sp>
        <p:nvSpPr>
          <p:cNvPr id="7" name="Slide Number Placeholder 6"/>
          <p:cNvSpPr>
            <a:spLocks noGrp="1" noChangeArrowheads="1"/>
          </p:cNvSpPr>
          <p:nvPr>
            <p:ph type="sldNum" sz="quarter" idx="12"/>
          </p:nvPr>
        </p:nvSpPr>
        <p:spPr>
          <a:xfrm>
            <a:off x="31455785" y="29991050"/>
            <a:ext cx="9144000" cy="2197101"/>
          </a:xfrm>
          <a:prstGeom prst="rect">
            <a:avLst/>
          </a:prstGeom>
          <a:ln/>
        </p:spPr>
        <p:txBody>
          <a:bodyPr lIns="134746" tIns="67373" rIns="134746" bIns="67373"/>
          <a:lstStyle>
            <a:lvl1pPr>
              <a:defRPr/>
            </a:lvl1pPr>
          </a:lstStyle>
          <a:p>
            <a:pPr>
              <a:defRPr/>
            </a:pPr>
            <a:fld id="{C3EB8406-0DF3-4E92-AFDF-A997B1A17B3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838" y="1317626"/>
            <a:ext cx="39501538" cy="5486400"/>
          </a:xfrm>
          <a:prstGeom prst="rect">
            <a:avLst/>
          </a:prstGeom>
        </p:spPr>
        <p:txBody>
          <a:bodyPr lIns="134746" tIns="67373" rIns="134746" bIns="67373"/>
          <a:lstStyle>
            <a:lvl1pPr>
              <a:defRPr/>
            </a:lvl1pPr>
          </a:lstStyle>
          <a:p>
            <a:r>
              <a:rPr lang="en-US"/>
              <a:t>Click to edit Master title style</a:t>
            </a:r>
          </a:p>
        </p:txBody>
      </p:sp>
      <p:sp>
        <p:nvSpPr>
          <p:cNvPr id="3" name="Text Placeholder 2"/>
          <p:cNvSpPr>
            <a:spLocks noGrp="1"/>
          </p:cNvSpPr>
          <p:nvPr>
            <p:ph type="body" idx="1"/>
          </p:nvPr>
        </p:nvSpPr>
        <p:spPr>
          <a:xfrm>
            <a:off x="2194845" y="7369179"/>
            <a:ext cx="19392898" cy="3070224"/>
          </a:xfrm>
          <a:prstGeom prst="rect">
            <a:avLst/>
          </a:prstGeom>
        </p:spPr>
        <p:txBody>
          <a:bodyPr lIns="134746" tIns="67373" rIns="134746" bIns="67373" anchor="b"/>
          <a:lstStyle>
            <a:lvl1pPr marL="0" indent="0">
              <a:buNone/>
              <a:defRPr sz="1797" b="1"/>
            </a:lvl1pPr>
            <a:lvl2pPr marL="338844" indent="0">
              <a:buNone/>
              <a:defRPr sz="1502" b="1"/>
            </a:lvl2pPr>
            <a:lvl3pPr marL="677687" indent="0">
              <a:buNone/>
              <a:defRPr sz="1303" b="1"/>
            </a:lvl3pPr>
            <a:lvl4pPr marL="1016531" indent="0">
              <a:buNone/>
              <a:defRPr sz="1200" b="1"/>
            </a:lvl4pPr>
            <a:lvl5pPr marL="1355374" indent="0">
              <a:buNone/>
              <a:defRPr sz="1200" b="1"/>
            </a:lvl5pPr>
            <a:lvl6pPr marL="1694218" indent="0">
              <a:buNone/>
              <a:defRPr sz="1200" b="1"/>
            </a:lvl6pPr>
            <a:lvl7pPr marL="2033062" indent="0">
              <a:buNone/>
              <a:defRPr sz="1200" b="1"/>
            </a:lvl7pPr>
            <a:lvl8pPr marL="2371905" indent="0">
              <a:buNone/>
              <a:defRPr sz="1200" b="1"/>
            </a:lvl8pPr>
            <a:lvl9pPr marL="2710749" indent="0">
              <a:buNone/>
              <a:defRPr sz="1200" b="1"/>
            </a:lvl9pPr>
          </a:lstStyle>
          <a:p>
            <a:pPr lvl="0"/>
            <a:r>
              <a:rPr lang="en-US"/>
              <a:t>Click to edit Master text styles</a:t>
            </a:r>
          </a:p>
        </p:txBody>
      </p:sp>
      <p:sp>
        <p:nvSpPr>
          <p:cNvPr id="4" name="Content Placeholder 3"/>
          <p:cNvSpPr>
            <a:spLocks noGrp="1"/>
          </p:cNvSpPr>
          <p:nvPr>
            <p:ph sz="half" idx="2"/>
          </p:nvPr>
        </p:nvSpPr>
        <p:spPr>
          <a:xfrm>
            <a:off x="2194845" y="10439408"/>
            <a:ext cx="19392898" cy="18965865"/>
          </a:xfrm>
          <a:prstGeom prst="rect">
            <a:avLst/>
          </a:prstGeom>
        </p:spPr>
        <p:txBody>
          <a:bodyPr lIns="134746" tIns="67373" rIns="134746" bIns="67373"/>
          <a:lstStyle>
            <a:lvl1pPr>
              <a:defRPr sz="1797"/>
            </a:lvl1pPr>
            <a:lvl2pPr>
              <a:defRPr sz="1502"/>
            </a:lvl2pPr>
            <a:lvl3pPr>
              <a:defRPr sz="130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665" y="7369179"/>
            <a:ext cx="19399707" cy="3070224"/>
          </a:xfrm>
          <a:prstGeom prst="rect">
            <a:avLst/>
          </a:prstGeom>
        </p:spPr>
        <p:txBody>
          <a:bodyPr lIns="134746" tIns="67373" rIns="134746" bIns="67373" anchor="b"/>
          <a:lstStyle>
            <a:lvl1pPr marL="0" indent="0">
              <a:buNone/>
              <a:defRPr sz="1797" b="1"/>
            </a:lvl1pPr>
            <a:lvl2pPr marL="338844" indent="0">
              <a:buNone/>
              <a:defRPr sz="1502" b="1"/>
            </a:lvl2pPr>
            <a:lvl3pPr marL="677687" indent="0">
              <a:buNone/>
              <a:defRPr sz="1303" b="1"/>
            </a:lvl3pPr>
            <a:lvl4pPr marL="1016531" indent="0">
              <a:buNone/>
              <a:defRPr sz="1200" b="1"/>
            </a:lvl4pPr>
            <a:lvl5pPr marL="1355374" indent="0">
              <a:buNone/>
              <a:defRPr sz="1200" b="1"/>
            </a:lvl5pPr>
            <a:lvl6pPr marL="1694218" indent="0">
              <a:buNone/>
              <a:defRPr sz="1200" b="1"/>
            </a:lvl6pPr>
            <a:lvl7pPr marL="2033062" indent="0">
              <a:buNone/>
              <a:defRPr sz="1200" b="1"/>
            </a:lvl7pPr>
            <a:lvl8pPr marL="2371905" indent="0">
              <a:buNone/>
              <a:defRPr sz="1200" b="1"/>
            </a:lvl8pPr>
            <a:lvl9pPr marL="2710749" indent="0">
              <a:buNone/>
              <a:defRPr sz="1200" b="1"/>
            </a:lvl9pPr>
          </a:lstStyle>
          <a:p>
            <a:pPr lvl="0"/>
            <a:r>
              <a:rPr lang="en-US"/>
              <a:t>Click to edit Master text styles</a:t>
            </a:r>
          </a:p>
        </p:txBody>
      </p:sp>
      <p:sp>
        <p:nvSpPr>
          <p:cNvPr id="6" name="Content Placeholder 5"/>
          <p:cNvSpPr>
            <a:spLocks noGrp="1"/>
          </p:cNvSpPr>
          <p:nvPr>
            <p:ph sz="quarter" idx="4"/>
          </p:nvPr>
        </p:nvSpPr>
        <p:spPr>
          <a:xfrm>
            <a:off x="22296665" y="10439408"/>
            <a:ext cx="19399707" cy="18965865"/>
          </a:xfrm>
          <a:prstGeom prst="rect">
            <a:avLst/>
          </a:prstGeom>
        </p:spPr>
        <p:txBody>
          <a:bodyPr lIns="134746" tIns="67373" rIns="134746" bIns="67373"/>
          <a:lstStyle>
            <a:lvl1pPr>
              <a:defRPr sz="1797"/>
            </a:lvl1pPr>
            <a:lvl2pPr>
              <a:defRPr sz="1502"/>
            </a:lvl2pPr>
            <a:lvl3pPr>
              <a:defRPr sz="130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xfrm>
            <a:off x="3291415" y="29991050"/>
            <a:ext cx="9144000" cy="2197101"/>
          </a:xfrm>
          <a:prstGeom prst="rect">
            <a:avLst/>
          </a:prstGeom>
          <a:ln/>
        </p:spPr>
        <p:txBody>
          <a:bodyPr lIns="134746" tIns="67373" rIns="134746" bIns="67373"/>
          <a:lstStyle>
            <a:lvl1pPr>
              <a:defRPr/>
            </a:lvl1pPr>
          </a:lstStyle>
          <a:p>
            <a:pPr>
              <a:defRPr/>
            </a:pPr>
            <a:endParaRPr lang="en-US"/>
          </a:p>
        </p:txBody>
      </p:sp>
      <p:sp>
        <p:nvSpPr>
          <p:cNvPr id="8" name="Rectangle 5"/>
          <p:cNvSpPr>
            <a:spLocks noGrp="1" noChangeArrowheads="1"/>
          </p:cNvSpPr>
          <p:nvPr>
            <p:ph type="ftr" sz="quarter" idx="11"/>
          </p:nvPr>
        </p:nvSpPr>
        <p:spPr>
          <a:xfrm>
            <a:off x="14996588" y="29991050"/>
            <a:ext cx="13900149" cy="2197101"/>
          </a:xfrm>
          <a:prstGeom prst="rect">
            <a:avLst/>
          </a:prstGeom>
          <a:ln/>
        </p:spPr>
        <p:txBody>
          <a:bodyPr lIns="134746" tIns="67373" rIns="134746" bIns="67373"/>
          <a:lstStyle>
            <a:lvl1pPr>
              <a:defRPr/>
            </a:lvl1pPr>
          </a:lstStyle>
          <a:p>
            <a:pPr>
              <a:defRPr/>
            </a:pPr>
            <a:endParaRPr lang="en-US"/>
          </a:p>
        </p:txBody>
      </p:sp>
      <p:sp>
        <p:nvSpPr>
          <p:cNvPr id="9" name="Rectangle 6"/>
          <p:cNvSpPr>
            <a:spLocks noGrp="1" noChangeArrowheads="1"/>
          </p:cNvSpPr>
          <p:nvPr>
            <p:ph type="sldNum" sz="quarter" idx="12"/>
          </p:nvPr>
        </p:nvSpPr>
        <p:spPr>
          <a:xfrm>
            <a:off x="31455785" y="29991050"/>
            <a:ext cx="9144000" cy="2197101"/>
          </a:xfrm>
          <a:prstGeom prst="rect">
            <a:avLst/>
          </a:prstGeom>
          <a:ln/>
        </p:spPr>
        <p:txBody>
          <a:bodyPr lIns="134746" tIns="67373" rIns="134746" bIns="67373"/>
          <a:lstStyle>
            <a:lvl1pPr>
              <a:defRPr/>
            </a:lvl1pPr>
          </a:lstStyle>
          <a:p>
            <a:pPr>
              <a:defRPr/>
            </a:pPr>
            <a:fld id="{34162124-37A4-4D53-BA1C-3F9E160AAF5A}"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291422" y="2927350"/>
            <a:ext cx="37308370" cy="5486400"/>
          </a:xfrm>
          <a:prstGeom prst="rect">
            <a:avLst/>
          </a:prstGeom>
        </p:spPr>
        <p:txBody>
          <a:bodyPr lIns="134746" tIns="67373" rIns="134746" bIns="67373"/>
          <a:lstStyle/>
          <a:p>
            <a:r>
              <a:rPr lang="en-US"/>
              <a:t>Click to edit Master title style</a:t>
            </a:r>
          </a:p>
        </p:txBody>
      </p:sp>
      <p:sp>
        <p:nvSpPr>
          <p:cNvPr id="3" name="Rectangle 4"/>
          <p:cNvSpPr>
            <a:spLocks noGrp="1" noChangeArrowheads="1"/>
          </p:cNvSpPr>
          <p:nvPr>
            <p:ph type="dt" sz="half" idx="10"/>
          </p:nvPr>
        </p:nvSpPr>
        <p:spPr>
          <a:xfrm>
            <a:off x="3291415" y="29991050"/>
            <a:ext cx="9144000" cy="2197101"/>
          </a:xfrm>
          <a:prstGeom prst="rect">
            <a:avLst/>
          </a:prstGeom>
          <a:ln/>
        </p:spPr>
        <p:txBody>
          <a:bodyPr lIns="134746" tIns="67373" rIns="134746" bIns="67373"/>
          <a:lstStyle>
            <a:lvl1pPr>
              <a:defRPr/>
            </a:lvl1pPr>
          </a:lstStyle>
          <a:p>
            <a:pPr>
              <a:defRPr/>
            </a:pPr>
            <a:endParaRPr lang="en-US"/>
          </a:p>
        </p:txBody>
      </p:sp>
      <p:sp>
        <p:nvSpPr>
          <p:cNvPr id="4" name="Rectangle 5"/>
          <p:cNvSpPr>
            <a:spLocks noGrp="1" noChangeArrowheads="1"/>
          </p:cNvSpPr>
          <p:nvPr>
            <p:ph type="ftr" sz="quarter" idx="11"/>
          </p:nvPr>
        </p:nvSpPr>
        <p:spPr>
          <a:xfrm>
            <a:off x="14996588" y="29991050"/>
            <a:ext cx="13900149" cy="2197101"/>
          </a:xfrm>
          <a:prstGeom prst="rect">
            <a:avLst/>
          </a:prstGeom>
          <a:ln/>
        </p:spPr>
        <p:txBody>
          <a:bodyPr lIns="134746" tIns="67373" rIns="134746" bIns="67373"/>
          <a:lstStyle>
            <a:lvl1pPr>
              <a:defRPr/>
            </a:lvl1pPr>
          </a:lstStyle>
          <a:p>
            <a:pPr>
              <a:defRPr/>
            </a:pPr>
            <a:endParaRPr lang="en-US"/>
          </a:p>
        </p:txBody>
      </p:sp>
      <p:sp>
        <p:nvSpPr>
          <p:cNvPr id="5" name="Rectangle 6"/>
          <p:cNvSpPr>
            <a:spLocks noGrp="1" noChangeArrowheads="1"/>
          </p:cNvSpPr>
          <p:nvPr>
            <p:ph type="sldNum" sz="quarter" idx="12"/>
          </p:nvPr>
        </p:nvSpPr>
        <p:spPr>
          <a:xfrm>
            <a:off x="31455785" y="29991050"/>
            <a:ext cx="9144000" cy="2197101"/>
          </a:xfrm>
          <a:prstGeom prst="rect">
            <a:avLst/>
          </a:prstGeom>
          <a:ln/>
        </p:spPr>
        <p:txBody>
          <a:bodyPr lIns="134746" tIns="67373" rIns="134746" bIns="67373"/>
          <a:lstStyle>
            <a:lvl1pPr>
              <a:defRPr/>
            </a:lvl1pPr>
          </a:lstStyle>
          <a:p>
            <a:pPr>
              <a:defRPr/>
            </a:pPr>
            <a:fld id="{031DC3CC-686C-4016-884D-410E5BD7179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838" y="1311278"/>
            <a:ext cx="14439902" cy="5576889"/>
          </a:xfrm>
          <a:prstGeom prst="rect">
            <a:avLst/>
          </a:prstGeom>
        </p:spPr>
        <p:txBody>
          <a:bodyPr lIns="134746" tIns="67373" rIns="134746" bIns="67373" anchor="b"/>
          <a:lstStyle>
            <a:lvl1pPr algn="l">
              <a:defRPr sz="1502" b="1"/>
            </a:lvl1pPr>
          </a:lstStyle>
          <a:p>
            <a:r>
              <a:rPr lang="en-US"/>
              <a:t>Click to edit Master title style</a:t>
            </a:r>
          </a:p>
        </p:txBody>
      </p:sp>
      <p:sp>
        <p:nvSpPr>
          <p:cNvPr id="3" name="Content Placeholder 2"/>
          <p:cNvSpPr>
            <a:spLocks noGrp="1"/>
          </p:cNvSpPr>
          <p:nvPr>
            <p:ph idx="1"/>
          </p:nvPr>
        </p:nvSpPr>
        <p:spPr>
          <a:xfrm>
            <a:off x="17159969" y="1311280"/>
            <a:ext cx="24536400" cy="28093989"/>
          </a:xfrm>
          <a:prstGeom prst="rect">
            <a:avLst/>
          </a:prstGeom>
        </p:spPr>
        <p:txBody>
          <a:bodyPr lIns="134746" tIns="67373" rIns="134746" bIns="67373"/>
          <a:lstStyle>
            <a:lvl1pPr>
              <a:defRPr sz="2400"/>
            </a:lvl1pPr>
            <a:lvl2pPr>
              <a:defRPr sz="2098"/>
            </a:lvl2pPr>
            <a:lvl3pPr>
              <a:defRPr sz="1797"/>
            </a:lvl3pPr>
            <a:lvl4pPr>
              <a:defRPr sz="1502"/>
            </a:lvl4pPr>
            <a:lvl5pPr>
              <a:defRPr sz="1502"/>
            </a:lvl5pPr>
            <a:lvl6pPr>
              <a:defRPr sz="1502"/>
            </a:lvl6pPr>
            <a:lvl7pPr>
              <a:defRPr sz="1502"/>
            </a:lvl7pPr>
            <a:lvl8pPr>
              <a:defRPr sz="1502"/>
            </a:lvl8pPr>
            <a:lvl9pPr>
              <a:defRPr sz="150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838" y="6888165"/>
            <a:ext cx="14439902" cy="22517100"/>
          </a:xfrm>
          <a:prstGeom prst="rect">
            <a:avLst/>
          </a:prstGeom>
        </p:spPr>
        <p:txBody>
          <a:bodyPr lIns="134746" tIns="67373" rIns="134746" bIns="67373"/>
          <a:lstStyle>
            <a:lvl1pPr marL="0" indent="0">
              <a:buNone/>
              <a:defRPr sz="1001"/>
            </a:lvl1pPr>
            <a:lvl2pPr marL="338844" indent="0">
              <a:buNone/>
              <a:defRPr sz="898"/>
            </a:lvl2pPr>
            <a:lvl3pPr marL="677687" indent="0">
              <a:buNone/>
              <a:defRPr sz="699"/>
            </a:lvl3pPr>
            <a:lvl4pPr marL="1016531" indent="0">
              <a:buNone/>
              <a:defRPr sz="686"/>
            </a:lvl4pPr>
            <a:lvl5pPr marL="1355374" indent="0">
              <a:buNone/>
              <a:defRPr sz="686"/>
            </a:lvl5pPr>
            <a:lvl6pPr marL="1694218" indent="0">
              <a:buNone/>
              <a:defRPr sz="686"/>
            </a:lvl6pPr>
            <a:lvl7pPr marL="2033062" indent="0">
              <a:buNone/>
              <a:defRPr sz="686"/>
            </a:lvl7pPr>
            <a:lvl8pPr marL="2371905" indent="0">
              <a:buNone/>
              <a:defRPr sz="686"/>
            </a:lvl8pPr>
            <a:lvl9pPr marL="2710749" indent="0">
              <a:buNone/>
              <a:defRPr sz="686"/>
            </a:lvl9pPr>
          </a:lstStyle>
          <a:p>
            <a:pPr lvl="0"/>
            <a:r>
              <a:rPr lang="en-US"/>
              <a:t>Click to edit Master text styles</a:t>
            </a:r>
          </a:p>
        </p:txBody>
      </p:sp>
      <p:sp>
        <p:nvSpPr>
          <p:cNvPr id="5" name="Date Placeholder 4"/>
          <p:cNvSpPr>
            <a:spLocks noGrp="1" noChangeArrowheads="1"/>
          </p:cNvSpPr>
          <p:nvPr>
            <p:ph type="dt" sz="half" idx="10"/>
          </p:nvPr>
        </p:nvSpPr>
        <p:spPr>
          <a:xfrm>
            <a:off x="3291415" y="29991050"/>
            <a:ext cx="9144000" cy="2197101"/>
          </a:xfrm>
          <a:prstGeom prst="rect">
            <a:avLst/>
          </a:prstGeom>
          <a:ln/>
        </p:spPr>
        <p:txBody>
          <a:bodyPr lIns="134746" tIns="67373" rIns="134746" bIns="67373"/>
          <a:lstStyle>
            <a:lvl1pPr>
              <a:defRPr/>
            </a:lvl1pPr>
          </a:lstStyle>
          <a:p>
            <a:pPr>
              <a:defRPr/>
            </a:pPr>
            <a:endParaRPr lang="en-US"/>
          </a:p>
        </p:txBody>
      </p:sp>
      <p:sp>
        <p:nvSpPr>
          <p:cNvPr id="6" name="Footer Placeholder 5"/>
          <p:cNvSpPr>
            <a:spLocks noGrp="1" noChangeArrowheads="1"/>
          </p:cNvSpPr>
          <p:nvPr>
            <p:ph type="ftr" sz="quarter" idx="11"/>
          </p:nvPr>
        </p:nvSpPr>
        <p:spPr>
          <a:xfrm>
            <a:off x="14996588" y="29991050"/>
            <a:ext cx="13900149" cy="2197101"/>
          </a:xfrm>
          <a:prstGeom prst="rect">
            <a:avLst/>
          </a:prstGeom>
          <a:ln/>
        </p:spPr>
        <p:txBody>
          <a:bodyPr lIns="134746" tIns="67373" rIns="134746" bIns="67373"/>
          <a:lstStyle>
            <a:lvl1pPr>
              <a:defRPr/>
            </a:lvl1pPr>
          </a:lstStyle>
          <a:p>
            <a:pPr>
              <a:defRPr/>
            </a:pPr>
            <a:endParaRPr lang="en-US"/>
          </a:p>
        </p:txBody>
      </p:sp>
      <p:sp>
        <p:nvSpPr>
          <p:cNvPr id="7" name="Slide Number Placeholder 6"/>
          <p:cNvSpPr>
            <a:spLocks noGrp="1" noChangeArrowheads="1"/>
          </p:cNvSpPr>
          <p:nvPr>
            <p:ph type="sldNum" sz="quarter" idx="12"/>
          </p:nvPr>
        </p:nvSpPr>
        <p:spPr>
          <a:xfrm>
            <a:off x="31455785" y="29991050"/>
            <a:ext cx="9144000" cy="2197101"/>
          </a:xfrm>
          <a:prstGeom prst="rect">
            <a:avLst/>
          </a:prstGeom>
          <a:ln/>
        </p:spPr>
        <p:txBody>
          <a:bodyPr lIns="134746" tIns="67373" rIns="134746" bIns="67373"/>
          <a:lstStyle>
            <a:lvl1pPr>
              <a:defRPr/>
            </a:lvl1pPr>
          </a:lstStyle>
          <a:p>
            <a:pPr>
              <a:defRPr/>
            </a:pPr>
            <a:fld id="{C612A6B2-369A-4614-B3A5-3669064C4177}"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440" y="23042566"/>
            <a:ext cx="26335262" cy="2720978"/>
          </a:xfrm>
          <a:prstGeom prst="rect">
            <a:avLst/>
          </a:prstGeom>
        </p:spPr>
        <p:txBody>
          <a:bodyPr lIns="134746" tIns="67373" rIns="134746" bIns="67373" anchor="b"/>
          <a:lstStyle>
            <a:lvl1pPr algn="l">
              <a:defRPr sz="1502" b="1"/>
            </a:lvl1pPr>
          </a:lstStyle>
          <a:p>
            <a:r>
              <a:rPr lang="en-US"/>
              <a:t>Click to edit Master title style</a:t>
            </a:r>
          </a:p>
        </p:txBody>
      </p:sp>
      <p:sp>
        <p:nvSpPr>
          <p:cNvPr id="3" name="Picture Placeholder 2"/>
          <p:cNvSpPr>
            <a:spLocks noGrp="1"/>
          </p:cNvSpPr>
          <p:nvPr>
            <p:ph type="pic" idx="1"/>
          </p:nvPr>
        </p:nvSpPr>
        <p:spPr>
          <a:xfrm>
            <a:off x="8602440" y="2941646"/>
            <a:ext cx="26335262" cy="19750089"/>
          </a:xfrm>
          <a:prstGeom prst="rect">
            <a:avLst/>
          </a:prstGeom>
        </p:spPr>
        <p:txBody>
          <a:bodyPr lIns="134746" tIns="67373" rIns="134746" bIns="67373"/>
          <a:lstStyle>
            <a:lvl1pPr marL="0" indent="0">
              <a:buNone/>
              <a:defRPr sz="2400"/>
            </a:lvl1pPr>
            <a:lvl2pPr marL="338844" indent="0">
              <a:buNone/>
              <a:defRPr sz="2098"/>
            </a:lvl2pPr>
            <a:lvl3pPr marL="677687" indent="0">
              <a:buNone/>
              <a:defRPr sz="1797"/>
            </a:lvl3pPr>
            <a:lvl4pPr marL="1016531" indent="0">
              <a:buNone/>
              <a:defRPr sz="1502"/>
            </a:lvl4pPr>
            <a:lvl5pPr marL="1355374" indent="0">
              <a:buNone/>
              <a:defRPr sz="1502"/>
            </a:lvl5pPr>
            <a:lvl6pPr marL="1694218" indent="0">
              <a:buNone/>
              <a:defRPr sz="1502"/>
            </a:lvl6pPr>
            <a:lvl7pPr marL="2033062" indent="0">
              <a:buNone/>
              <a:defRPr sz="1502"/>
            </a:lvl7pPr>
            <a:lvl8pPr marL="2371905" indent="0">
              <a:buNone/>
              <a:defRPr sz="1502"/>
            </a:lvl8pPr>
            <a:lvl9pPr marL="2710749" indent="0">
              <a:buNone/>
              <a:defRPr sz="1502"/>
            </a:lvl9pPr>
          </a:lstStyle>
          <a:p>
            <a:pPr lvl="0"/>
            <a:endParaRPr lang="en-US" noProof="0"/>
          </a:p>
        </p:txBody>
      </p:sp>
      <p:sp>
        <p:nvSpPr>
          <p:cNvPr id="4" name="Text Placeholder 3"/>
          <p:cNvSpPr>
            <a:spLocks noGrp="1"/>
          </p:cNvSpPr>
          <p:nvPr>
            <p:ph type="body" sz="half" idx="2"/>
          </p:nvPr>
        </p:nvSpPr>
        <p:spPr>
          <a:xfrm>
            <a:off x="8602440" y="25763540"/>
            <a:ext cx="26335262" cy="3862389"/>
          </a:xfrm>
          <a:prstGeom prst="rect">
            <a:avLst/>
          </a:prstGeom>
        </p:spPr>
        <p:txBody>
          <a:bodyPr lIns="134746" tIns="67373" rIns="134746" bIns="67373"/>
          <a:lstStyle>
            <a:lvl1pPr marL="0" indent="0">
              <a:buNone/>
              <a:defRPr sz="1001"/>
            </a:lvl1pPr>
            <a:lvl2pPr marL="338844" indent="0">
              <a:buNone/>
              <a:defRPr sz="898"/>
            </a:lvl2pPr>
            <a:lvl3pPr marL="677687" indent="0">
              <a:buNone/>
              <a:defRPr sz="699"/>
            </a:lvl3pPr>
            <a:lvl4pPr marL="1016531" indent="0">
              <a:buNone/>
              <a:defRPr sz="686"/>
            </a:lvl4pPr>
            <a:lvl5pPr marL="1355374" indent="0">
              <a:buNone/>
              <a:defRPr sz="686"/>
            </a:lvl5pPr>
            <a:lvl6pPr marL="1694218" indent="0">
              <a:buNone/>
              <a:defRPr sz="686"/>
            </a:lvl6pPr>
            <a:lvl7pPr marL="2033062" indent="0">
              <a:buNone/>
              <a:defRPr sz="686"/>
            </a:lvl7pPr>
            <a:lvl8pPr marL="2371905" indent="0">
              <a:buNone/>
              <a:defRPr sz="686"/>
            </a:lvl8pPr>
            <a:lvl9pPr marL="2710749" indent="0">
              <a:buNone/>
              <a:defRPr sz="686"/>
            </a:lvl9pPr>
          </a:lstStyle>
          <a:p>
            <a:pPr lvl="0"/>
            <a:r>
              <a:rPr lang="en-US"/>
              <a:t>Click to edit Master text styles</a:t>
            </a:r>
          </a:p>
        </p:txBody>
      </p:sp>
      <p:sp>
        <p:nvSpPr>
          <p:cNvPr id="5" name="Date Placeholder 4"/>
          <p:cNvSpPr>
            <a:spLocks noGrp="1" noChangeArrowheads="1"/>
          </p:cNvSpPr>
          <p:nvPr>
            <p:ph type="dt" sz="half" idx="10"/>
          </p:nvPr>
        </p:nvSpPr>
        <p:spPr>
          <a:xfrm>
            <a:off x="3291415" y="29991050"/>
            <a:ext cx="9144000" cy="2197101"/>
          </a:xfrm>
          <a:prstGeom prst="rect">
            <a:avLst/>
          </a:prstGeom>
          <a:ln/>
        </p:spPr>
        <p:txBody>
          <a:bodyPr lIns="134746" tIns="67373" rIns="134746" bIns="67373"/>
          <a:lstStyle>
            <a:lvl1pPr>
              <a:defRPr/>
            </a:lvl1pPr>
          </a:lstStyle>
          <a:p>
            <a:pPr>
              <a:defRPr/>
            </a:pPr>
            <a:endParaRPr lang="en-US"/>
          </a:p>
        </p:txBody>
      </p:sp>
      <p:sp>
        <p:nvSpPr>
          <p:cNvPr id="6" name="Footer Placeholder 5"/>
          <p:cNvSpPr>
            <a:spLocks noGrp="1" noChangeArrowheads="1"/>
          </p:cNvSpPr>
          <p:nvPr>
            <p:ph type="ftr" sz="quarter" idx="11"/>
          </p:nvPr>
        </p:nvSpPr>
        <p:spPr>
          <a:xfrm>
            <a:off x="14996588" y="29991050"/>
            <a:ext cx="13900149" cy="2197101"/>
          </a:xfrm>
          <a:prstGeom prst="rect">
            <a:avLst/>
          </a:prstGeom>
          <a:ln/>
        </p:spPr>
        <p:txBody>
          <a:bodyPr lIns="134746" tIns="67373" rIns="134746" bIns="67373"/>
          <a:lstStyle>
            <a:lvl1pPr>
              <a:defRPr/>
            </a:lvl1pPr>
          </a:lstStyle>
          <a:p>
            <a:pPr>
              <a:defRPr/>
            </a:pPr>
            <a:endParaRPr lang="en-US"/>
          </a:p>
        </p:txBody>
      </p:sp>
      <p:sp>
        <p:nvSpPr>
          <p:cNvPr id="7" name="Slide Number Placeholder 6"/>
          <p:cNvSpPr>
            <a:spLocks noGrp="1" noChangeArrowheads="1"/>
          </p:cNvSpPr>
          <p:nvPr>
            <p:ph type="sldNum" sz="quarter" idx="12"/>
          </p:nvPr>
        </p:nvSpPr>
        <p:spPr>
          <a:xfrm>
            <a:off x="31455785" y="29991050"/>
            <a:ext cx="9144000" cy="2197101"/>
          </a:xfrm>
          <a:prstGeom prst="rect">
            <a:avLst/>
          </a:prstGeom>
          <a:ln/>
        </p:spPr>
        <p:txBody>
          <a:bodyPr lIns="134746" tIns="67373" rIns="134746" bIns="67373"/>
          <a:lstStyle>
            <a:lvl1pPr>
              <a:defRPr/>
            </a:lvl1pPr>
          </a:lstStyle>
          <a:p>
            <a:pPr>
              <a:defRPr/>
            </a:pPr>
            <a:fld id="{840E7502-E38D-486A-8D9E-ECF751734918}"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3291422" y="2927350"/>
            <a:ext cx="37308370" cy="5486400"/>
          </a:xfrm>
          <a:prstGeom prst="rect">
            <a:avLst/>
          </a:prstGeom>
        </p:spPr>
        <p:txBody>
          <a:bodyPr lIns="134746" tIns="67373" rIns="134746" bIns="67373"/>
          <a:lstStyle/>
          <a:p>
            <a:r>
              <a:rPr lang="en-US"/>
              <a:t>Click to edit Master title style</a:t>
            </a:r>
          </a:p>
        </p:txBody>
      </p:sp>
      <p:sp>
        <p:nvSpPr>
          <p:cNvPr id="3" name="Vertical Text Placeholder 2"/>
          <p:cNvSpPr>
            <a:spLocks noGrp="1"/>
          </p:cNvSpPr>
          <p:nvPr>
            <p:ph type="body" orient="vert" idx="1"/>
          </p:nvPr>
        </p:nvSpPr>
        <p:spPr>
          <a:xfrm>
            <a:off x="3291422" y="9509132"/>
            <a:ext cx="37308370" cy="19751673"/>
          </a:xfrm>
          <a:prstGeom prst="rect">
            <a:avLst/>
          </a:prstGeom>
        </p:spPr>
        <p:txBody>
          <a:bodyPr vert="eaVert" lIns="134746" tIns="67373" rIns="134746" bIns="673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3291415" y="29991050"/>
            <a:ext cx="9144000" cy="2197101"/>
          </a:xfrm>
          <a:prstGeom prst="rect">
            <a:avLst/>
          </a:prstGeom>
          <a:ln/>
        </p:spPr>
        <p:txBody>
          <a:bodyPr lIns="134746" tIns="67373" rIns="134746" bIns="67373"/>
          <a:lstStyle>
            <a:lvl1pPr>
              <a:defRPr/>
            </a:lvl1pPr>
          </a:lstStyle>
          <a:p>
            <a:pPr>
              <a:defRPr/>
            </a:pPr>
            <a:endParaRPr lang="en-US"/>
          </a:p>
        </p:txBody>
      </p:sp>
      <p:sp>
        <p:nvSpPr>
          <p:cNvPr id="5" name="Rectangle 5"/>
          <p:cNvSpPr>
            <a:spLocks noGrp="1" noChangeArrowheads="1"/>
          </p:cNvSpPr>
          <p:nvPr>
            <p:ph type="ftr" sz="quarter" idx="11"/>
          </p:nvPr>
        </p:nvSpPr>
        <p:spPr>
          <a:xfrm>
            <a:off x="14996588" y="29991050"/>
            <a:ext cx="13900149" cy="2197101"/>
          </a:xfrm>
          <a:prstGeom prst="rect">
            <a:avLst/>
          </a:prstGeom>
          <a:ln/>
        </p:spPr>
        <p:txBody>
          <a:bodyPr lIns="134746" tIns="67373" rIns="134746" bIns="67373"/>
          <a:lstStyle>
            <a:lvl1pPr>
              <a:defRPr/>
            </a:lvl1pPr>
          </a:lstStyle>
          <a:p>
            <a:pPr>
              <a:defRPr/>
            </a:pPr>
            <a:endParaRPr lang="en-US"/>
          </a:p>
        </p:txBody>
      </p:sp>
      <p:sp>
        <p:nvSpPr>
          <p:cNvPr id="6" name="Rectangle 6"/>
          <p:cNvSpPr>
            <a:spLocks noGrp="1" noChangeArrowheads="1"/>
          </p:cNvSpPr>
          <p:nvPr>
            <p:ph type="sldNum" sz="quarter" idx="12"/>
          </p:nvPr>
        </p:nvSpPr>
        <p:spPr>
          <a:xfrm>
            <a:off x="31455785" y="29991050"/>
            <a:ext cx="9144000" cy="2197101"/>
          </a:xfrm>
          <a:prstGeom prst="rect">
            <a:avLst/>
          </a:prstGeom>
          <a:ln/>
        </p:spPr>
        <p:txBody>
          <a:bodyPr lIns="134746" tIns="67373" rIns="134746" bIns="67373"/>
          <a:lstStyle>
            <a:lvl1pPr>
              <a:defRPr/>
            </a:lvl1pPr>
          </a:lstStyle>
          <a:p>
            <a:pPr>
              <a:defRPr/>
            </a:pPr>
            <a:fld id="{88030581-1F4C-4C45-8BD1-E725ABA48F5F}"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271942" y="2925769"/>
            <a:ext cx="9326338" cy="26335039"/>
          </a:xfrm>
          <a:prstGeom prst="rect">
            <a:avLst/>
          </a:prstGeom>
        </p:spPr>
        <p:txBody>
          <a:bodyPr vert="eaVert" lIns="134746" tIns="67373" rIns="134746" bIns="67373"/>
          <a:lstStyle/>
          <a:p>
            <a:r>
              <a:rPr lang="en-US"/>
              <a:t>Click to edit Master title style</a:t>
            </a:r>
          </a:p>
        </p:txBody>
      </p:sp>
      <p:sp>
        <p:nvSpPr>
          <p:cNvPr id="3" name="Vertical Text Placeholder 2"/>
          <p:cNvSpPr>
            <a:spLocks noGrp="1"/>
          </p:cNvSpPr>
          <p:nvPr>
            <p:ph type="body" orient="vert" idx="1"/>
          </p:nvPr>
        </p:nvSpPr>
        <p:spPr>
          <a:xfrm>
            <a:off x="3292931" y="2925769"/>
            <a:ext cx="27848379" cy="26335039"/>
          </a:xfrm>
          <a:prstGeom prst="rect">
            <a:avLst/>
          </a:prstGeom>
        </p:spPr>
        <p:txBody>
          <a:bodyPr vert="eaVert" lIns="134746" tIns="67373" rIns="134746" bIns="673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3291415" y="29991050"/>
            <a:ext cx="9144000" cy="2197101"/>
          </a:xfrm>
          <a:prstGeom prst="rect">
            <a:avLst/>
          </a:prstGeom>
          <a:ln/>
        </p:spPr>
        <p:txBody>
          <a:bodyPr lIns="134746" tIns="67373" rIns="134746" bIns="67373"/>
          <a:lstStyle>
            <a:lvl1pPr>
              <a:defRPr/>
            </a:lvl1pPr>
          </a:lstStyle>
          <a:p>
            <a:pPr>
              <a:defRPr/>
            </a:pPr>
            <a:endParaRPr lang="en-US"/>
          </a:p>
        </p:txBody>
      </p:sp>
      <p:sp>
        <p:nvSpPr>
          <p:cNvPr id="5" name="Rectangle 5"/>
          <p:cNvSpPr>
            <a:spLocks noGrp="1" noChangeArrowheads="1"/>
          </p:cNvSpPr>
          <p:nvPr>
            <p:ph type="ftr" sz="quarter" idx="11"/>
          </p:nvPr>
        </p:nvSpPr>
        <p:spPr>
          <a:xfrm>
            <a:off x="14996588" y="29991050"/>
            <a:ext cx="13900149" cy="2197101"/>
          </a:xfrm>
          <a:prstGeom prst="rect">
            <a:avLst/>
          </a:prstGeom>
          <a:ln/>
        </p:spPr>
        <p:txBody>
          <a:bodyPr lIns="134746" tIns="67373" rIns="134746" bIns="67373"/>
          <a:lstStyle>
            <a:lvl1pPr>
              <a:defRPr/>
            </a:lvl1pPr>
          </a:lstStyle>
          <a:p>
            <a:pPr>
              <a:defRPr/>
            </a:pPr>
            <a:endParaRPr lang="en-US"/>
          </a:p>
        </p:txBody>
      </p:sp>
      <p:sp>
        <p:nvSpPr>
          <p:cNvPr id="6" name="Rectangle 6"/>
          <p:cNvSpPr>
            <a:spLocks noGrp="1" noChangeArrowheads="1"/>
          </p:cNvSpPr>
          <p:nvPr>
            <p:ph type="sldNum" sz="quarter" idx="12"/>
          </p:nvPr>
        </p:nvSpPr>
        <p:spPr>
          <a:xfrm>
            <a:off x="31455785" y="29991050"/>
            <a:ext cx="9144000" cy="2197101"/>
          </a:xfrm>
          <a:prstGeom prst="rect">
            <a:avLst/>
          </a:prstGeom>
          <a:ln/>
        </p:spPr>
        <p:txBody>
          <a:bodyPr lIns="134746" tIns="67373" rIns="134746" bIns="67373"/>
          <a:lstStyle>
            <a:lvl1pPr>
              <a:defRPr/>
            </a:lvl1pPr>
          </a:lstStyle>
          <a:p>
            <a:pPr>
              <a:defRPr/>
            </a:pPr>
            <a:fld id="{15F255C3-DF09-4679-92FE-027CA82A8D47}"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rgbClr val="0070C0"/>
          </a:fgClr>
          <a:bgClr>
            <a:schemeClr val="bg1"/>
          </a:bgClr>
        </a:pattFill>
        <a:effectLst/>
      </p:bgPr>
    </p:bg>
    <p:spTree>
      <p:nvGrpSpPr>
        <p:cNvPr id="1" name=""/>
        <p:cNvGrpSpPr/>
        <p:nvPr/>
      </p:nvGrpSpPr>
      <p:grpSpPr>
        <a:xfrm>
          <a:off x="0" y="0"/>
          <a:ext cx="0" cy="0"/>
          <a:chOff x="0" y="0"/>
          <a:chExt cx="0" cy="0"/>
        </a:xfrm>
      </p:grpSpPr>
      <p:sp>
        <p:nvSpPr>
          <p:cNvPr id="1031" name="Rectangle 7"/>
          <p:cNvSpPr>
            <a:spLocks noChangeArrowheads="1"/>
          </p:cNvSpPr>
          <p:nvPr userDrawn="1"/>
        </p:nvSpPr>
        <p:spPr bwMode="auto">
          <a:xfrm>
            <a:off x="1143000" y="8940802"/>
            <a:ext cx="9829803" cy="22758398"/>
          </a:xfrm>
          <a:prstGeom prst="rect">
            <a:avLst/>
          </a:prstGeom>
          <a:solidFill>
            <a:schemeClr val="bg1"/>
          </a:solidFill>
          <a:ln w="9525">
            <a:noFill/>
            <a:miter lim="800000"/>
            <a:headEnd/>
            <a:tailEnd/>
          </a:ln>
          <a:effectLst/>
        </p:spPr>
        <p:txBody>
          <a:bodyPr wrap="none" lIns="67783" tIns="33888" rIns="67783" bIns="33888" anchor="ctr"/>
          <a:lstStyle/>
          <a:p>
            <a:pPr>
              <a:defRPr/>
            </a:pPr>
            <a:endParaRPr lang="en-US" sz="1899"/>
          </a:p>
        </p:txBody>
      </p:sp>
      <p:sp>
        <p:nvSpPr>
          <p:cNvPr id="1032" name="Rectangle 8"/>
          <p:cNvSpPr>
            <a:spLocks noChangeArrowheads="1"/>
          </p:cNvSpPr>
          <p:nvPr userDrawn="1"/>
        </p:nvSpPr>
        <p:spPr bwMode="auto">
          <a:xfrm>
            <a:off x="11734804" y="8940802"/>
            <a:ext cx="9829803" cy="22758398"/>
          </a:xfrm>
          <a:prstGeom prst="rect">
            <a:avLst/>
          </a:prstGeom>
          <a:solidFill>
            <a:schemeClr val="bg1"/>
          </a:solidFill>
          <a:ln w="9525">
            <a:noFill/>
            <a:miter lim="800000"/>
            <a:headEnd/>
            <a:tailEnd/>
          </a:ln>
          <a:effectLst/>
        </p:spPr>
        <p:txBody>
          <a:bodyPr wrap="none" lIns="67783" tIns="33888" rIns="67783" bIns="33888" anchor="ctr"/>
          <a:lstStyle/>
          <a:p>
            <a:pPr>
              <a:defRPr/>
            </a:pPr>
            <a:endParaRPr lang="en-US" sz="1899"/>
          </a:p>
        </p:txBody>
      </p:sp>
      <p:sp>
        <p:nvSpPr>
          <p:cNvPr id="1033" name="Rectangle 9"/>
          <p:cNvSpPr>
            <a:spLocks noChangeArrowheads="1"/>
          </p:cNvSpPr>
          <p:nvPr userDrawn="1"/>
        </p:nvSpPr>
        <p:spPr bwMode="auto">
          <a:xfrm>
            <a:off x="22326600" y="8940802"/>
            <a:ext cx="9829803" cy="22758398"/>
          </a:xfrm>
          <a:prstGeom prst="rect">
            <a:avLst/>
          </a:prstGeom>
          <a:solidFill>
            <a:schemeClr val="bg1"/>
          </a:solidFill>
          <a:ln w="9525">
            <a:noFill/>
            <a:miter lim="800000"/>
            <a:headEnd/>
            <a:tailEnd/>
          </a:ln>
          <a:effectLst/>
        </p:spPr>
        <p:txBody>
          <a:bodyPr wrap="none" lIns="67783" tIns="33888" rIns="67783" bIns="33888" anchor="ctr"/>
          <a:lstStyle/>
          <a:p>
            <a:pPr>
              <a:defRPr/>
            </a:pPr>
            <a:endParaRPr lang="en-US" sz="1899"/>
          </a:p>
        </p:txBody>
      </p:sp>
      <p:sp>
        <p:nvSpPr>
          <p:cNvPr id="1034" name="Rectangle 10"/>
          <p:cNvSpPr>
            <a:spLocks noChangeArrowheads="1"/>
          </p:cNvSpPr>
          <p:nvPr userDrawn="1"/>
        </p:nvSpPr>
        <p:spPr bwMode="auto">
          <a:xfrm>
            <a:off x="32918404" y="8940802"/>
            <a:ext cx="9829803" cy="22758398"/>
          </a:xfrm>
          <a:prstGeom prst="rect">
            <a:avLst/>
          </a:prstGeom>
          <a:solidFill>
            <a:schemeClr val="bg1"/>
          </a:solidFill>
          <a:ln w="9525">
            <a:noFill/>
            <a:miter lim="800000"/>
            <a:headEnd/>
            <a:tailEnd/>
          </a:ln>
          <a:effectLst/>
        </p:spPr>
        <p:txBody>
          <a:bodyPr wrap="none" lIns="67783" tIns="33888" rIns="67783" bIns="33888" anchor="ctr"/>
          <a:lstStyle/>
          <a:p>
            <a:pPr>
              <a:defRPr/>
            </a:pPr>
            <a:endParaRPr lang="en-US" sz="1899"/>
          </a:p>
        </p:txBody>
      </p:sp>
      <p:sp>
        <p:nvSpPr>
          <p:cNvPr id="1036" name="Rectangle 12"/>
          <p:cNvSpPr>
            <a:spLocks noChangeArrowheads="1"/>
          </p:cNvSpPr>
          <p:nvPr userDrawn="1"/>
        </p:nvSpPr>
        <p:spPr bwMode="auto">
          <a:xfrm>
            <a:off x="0" y="0"/>
            <a:ext cx="43891200" cy="32918400"/>
          </a:xfrm>
          <a:prstGeom prst="rect">
            <a:avLst/>
          </a:prstGeom>
          <a:noFill/>
          <a:ln w="25400">
            <a:solidFill>
              <a:schemeClr val="tx1"/>
            </a:solidFill>
            <a:miter lim="800000"/>
            <a:headEnd/>
            <a:tailEnd/>
          </a:ln>
          <a:effectLst/>
        </p:spPr>
        <p:txBody>
          <a:bodyPr wrap="none" lIns="67783" tIns="33888" rIns="67783" bIns="33888" anchor="ctr"/>
          <a:lstStyle/>
          <a:p>
            <a:pPr>
              <a:defRPr/>
            </a:pPr>
            <a:endParaRPr lang="en-US" sz="1899"/>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557299" rtl="0" eaLnBrk="0" fontAlgn="base" hangingPunct="0">
        <a:spcBef>
          <a:spcPct val="0"/>
        </a:spcBef>
        <a:spcAft>
          <a:spcPct val="0"/>
        </a:spcAft>
        <a:defRPr sz="17095">
          <a:solidFill>
            <a:schemeClr val="tx2"/>
          </a:solidFill>
          <a:latin typeface="+mj-lt"/>
          <a:ea typeface="+mj-ea"/>
          <a:cs typeface="+mj-cs"/>
        </a:defRPr>
      </a:lvl1pPr>
      <a:lvl2pPr algn="ctr" defTabSz="3557299" rtl="0" eaLnBrk="0" fontAlgn="base" hangingPunct="0">
        <a:spcBef>
          <a:spcPct val="0"/>
        </a:spcBef>
        <a:spcAft>
          <a:spcPct val="0"/>
        </a:spcAft>
        <a:defRPr sz="17095">
          <a:solidFill>
            <a:schemeClr val="tx2"/>
          </a:solidFill>
          <a:latin typeface="Times New Roman" pitchFamily="18" charset="0"/>
        </a:defRPr>
      </a:lvl2pPr>
      <a:lvl3pPr algn="ctr" defTabSz="3557299" rtl="0" eaLnBrk="0" fontAlgn="base" hangingPunct="0">
        <a:spcBef>
          <a:spcPct val="0"/>
        </a:spcBef>
        <a:spcAft>
          <a:spcPct val="0"/>
        </a:spcAft>
        <a:defRPr sz="17095">
          <a:solidFill>
            <a:schemeClr val="tx2"/>
          </a:solidFill>
          <a:latin typeface="Times New Roman" pitchFamily="18" charset="0"/>
        </a:defRPr>
      </a:lvl3pPr>
      <a:lvl4pPr algn="ctr" defTabSz="3557299" rtl="0" eaLnBrk="0" fontAlgn="base" hangingPunct="0">
        <a:spcBef>
          <a:spcPct val="0"/>
        </a:spcBef>
        <a:spcAft>
          <a:spcPct val="0"/>
        </a:spcAft>
        <a:defRPr sz="17095">
          <a:solidFill>
            <a:schemeClr val="tx2"/>
          </a:solidFill>
          <a:latin typeface="Times New Roman" pitchFamily="18" charset="0"/>
        </a:defRPr>
      </a:lvl4pPr>
      <a:lvl5pPr algn="ctr" defTabSz="3557299" rtl="0" eaLnBrk="0" fontAlgn="base" hangingPunct="0">
        <a:spcBef>
          <a:spcPct val="0"/>
        </a:spcBef>
        <a:spcAft>
          <a:spcPct val="0"/>
        </a:spcAft>
        <a:defRPr sz="17095">
          <a:solidFill>
            <a:schemeClr val="tx2"/>
          </a:solidFill>
          <a:latin typeface="Times New Roman" pitchFamily="18" charset="0"/>
        </a:defRPr>
      </a:lvl5pPr>
      <a:lvl6pPr marL="338844" algn="ctr" defTabSz="3559034" rtl="0" eaLnBrk="0" fontAlgn="base" hangingPunct="0">
        <a:spcBef>
          <a:spcPct val="0"/>
        </a:spcBef>
        <a:spcAft>
          <a:spcPct val="0"/>
        </a:spcAft>
        <a:defRPr sz="17095">
          <a:solidFill>
            <a:schemeClr val="tx2"/>
          </a:solidFill>
          <a:latin typeface="Times New Roman" pitchFamily="18" charset="0"/>
        </a:defRPr>
      </a:lvl6pPr>
      <a:lvl7pPr marL="677687" algn="ctr" defTabSz="3559034" rtl="0" eaLnBrk="0" fontAlgn="base" hangingPunct="0">
        <a:spcBef>
          <a:spcPct val="0"/>
        </a:spcBef>
        <a:spcAft>
          <a:spcPct val="0"/>
        </a:spcAft>
        <a:defRPr sz="17095">
          <a:solidFill>
            <a:schemeClr val="tx2"/>
          </a:solidFill>
          <a:latin typeface="Times New Roman" pitchFamily="18" charset="0"/>
        </a:defRPr>
      </a:lvl7pPr>
      <a:lvl8pPr marL="1016531" algn="ctr" defTabSz="3559034" rtl="0" eaLnBrk="0" fontAlgn="base" hangingPunct="0">
        <a:spcBef>
          <a:spcPct val="0"/>
        </a:spcBef>
        <a:spcAft>
          <a:spcPct val="0"/>
        </a:spcAft>
        <a:defRPr sz="17095">
          <a:solidFill>
            <a:schemeClr val="tx2"/>
          </a:solidFill>
          <a:latin typeface="Times New Roman" pitchFamily="18" charset="0"/>
        </a:defRPr>
      </a:lvl8pPr>
      <a:lvl9pPr marL="1355374" algn="ctr" defTabSz="3559034" rtl="0" eaLnBrk="0" fontAlgn="base" hangingPunct="0">
        <a:spcBef>
          <a:spcPct val="0"/>
        </a:spcBef>
        <a:spcAft>
          <a:spcPct val="0"/>
        </a:spcAft>
        <a:defRPr sz="17095">
          <a:solidFill>
            <a:schemeClr val="tx2"/>
          </a:solidFill>
          <a:latin typeface="Times New Roman" pitchFamily="18" charset="0"/>
        </a:defRPr>
      </a:lvl9pPr>
    </p:titleStyle>
    <p:bodyStyle>
      <a:lvl1pPr marL="1333109" indent="-1333109" algn="l" defTabSz="3557299" rtl="0" eaLnBrk="0" fontAlgn="base" hangingPunct="0">
        <a:spcBef>
          <a:spcPct val="20000"/>
        </a:spcBef>
        <a:spcAft>
          <a:spcPct val="0"/>
        </a:spcAft>
        <a:buChar char="•"/>
        <a:defRPr sz="12398">
          <a:solidFill>
            <a:schemeClr val="tx1"/>
          </a:solidFill>
          <a:latin typeface="+mn-lt"/>
          <a:ea typeface="+mn-ea"/>
          <a:cs typeface="+mn-cs"/>
        </a:defRPr>
      </a:lvl1pPr>
      <a:lvl2pPr marL="2890748" indent="-1110926" algn="l" defTabSz="3557299" rtl="0" eaLnBrk="0" fontAlgn="base" hangingPunct="0">
        <a:spcBef>
          <a:spcPct val="20000"/>
        </a:spcBef>
        <a:spcAft>
          <a:spcPct val="0"/>
        </a:spcAft>
        <a:buChar char="–"/>
        <a:defRPr sz="10896">
          <a:solidFill>
            <a:schemeClr val="tx1"/>
          </a:solidFill>
          <a:latin typeface="+mn-lt"/>
        </a:defRPr>
      </a:lvl2pPr>
      <a:lvl3pPr marL="4448379" indent="-886404" algn="l" defTabSz="3557299" rtl="0" eaLnBrk="0" fontAlgn="base" hangingPunct="0">
        <a:spcBef>
          <a:spcPct val="20000"/>
        </a:spcBef>
        <a:spcAft>
          <a:spcPct val="0"/>
        </a:spcAft>
        <a:buChar char="•"/>
        <a:defRPr sz="9401">
          <a:solidFill>
            <a:schemeClr val="tx1"/>
          </a:solidFill>
          <a:latin typeface="+mn-lt"/>
        </a:defRPr>
      </a:lvl3pPr>
      <a:lvl4pPr marL="6225863" indent="-886404" algn="l" defTabSz="3557299" rtl="0" eaLnBrk="0" fontAlgn="base" hangingPunct="0">
        <a:spcBef>
          <a:spcPct val="20000"/>
        </a:spcBef>
        <a:spcAft>
          <a:spcPct val="0"/>
        </a:spcAft>
        <a:buChar char="–"/>
        <a:defRPr sz="7797">
          <a:solidFill>
            <a:schemeClr val="tx1"/>
          </a:solidFill>
          <a:latin typeface="+mn-lt"/>
        </a:defRPr>
      </a:lvl4pPr>
      <a:lvl5pPr marL="8005685" indent="-886404" algn="l" defTabSz="3557299" rtl="0" eaLnBrk="0" fontAlgn="base" hangingPunct="0">
        <a:spcBef>
          <a:spcPct val="20000"/>
        </a:spcBef>
        <a:spcAft>
          <a:spcPct val="0"/>
        </a:spcAft>
        <a:buChar char="»"/>
        <a:defRPr sz="7797">
          <a:solidFill>
            <a:schemeClr val="tx1"/>
          </a:solidFill>
          <a:latin typeface="+mn-lt"/>
        </a:defRPr>
      </a:lvl5pPr>
      <a:lvl6pPr marL="8346380" indent="-889462" algn="l" defTabSz="3559034" rtl="0" eaLnBrk="0" fontAlgn="base" hangingPunct="0">
        <a:spcBef>
          <a:spcPct val="20000"/>
        </a:spcBef>
        <a:spcAft>
          <a:spcPct val="0"/>
        </a:spcAft>
        <a:buChar char="»"/>
        <a:defRPr sz="7797">
          <a:solidFill>
            <a:schemeClr val="tx1"/>
          </a:solidFill>
          <a:latin typeface="+mn-lt"/>
        </a:defRPr>
      </a:lvl6pPr>
      <a:lvl7pPr marL="8685223" indent="-889462" algn="l" defTabSz="3559034" rtl="0" eaLnBrk="0" fontAlgn="base" hangingPunct="0">
        <a:spcBef>
          <a:spcPct val="20000"/>
        </a:spcBef>
        <a:spcAft>
          <a:spcPct val="0"/>
        </a:spcAft>
        <a:buChar char="»"/>
        <a:defRPr sz="7797">
          <a:solidFill>
            <a:schemeClr val="tx1"/>
          </a:solidFill>
          <a:latin typeface="+mn-lt"/>
        </a:defRPr>
      </a:lvl7pPr>
      <a:lvl8pPr marL="9024067" indent="-889462" algn="l" defTabSz="3559034" rtl="0" eaLnBrk="0" fontAlgn="base" hangingPunct="0">
        <a:spcBef>
          <a:spcPct val="20000"/>
        </a:spcBef>
        <a:spcAft>
          <a:spcPct val="0"/>
        </a:spcAft>
        <a:buChar char="»"/>
        <a:defRPr sz="7797">
          <a:solidFill>
            <a:schemeClr val="tx1"/>
          </a:solidFill>
          <a:latin typeface="+mn-lt"/>
        </a:defRPr>
      </a:lvl8pPr>
      <a:lvl9pPr marL="9362911" indent="-889462" algn="l" defTabSz="3559034" rtl="0" eaLnBrk="0" fontAlgn="base" hangingPunct="0">
        <a:spcBef>
          <a:spcPct val="20000"/>
        </a:spcBef>
        <a:spcAft>
          <a:spcPct val="0"/>
        </a:spcAft>
        <a:buChar char="»"/>
        <a:defRPr sz="7797">
          <a:solidFill>
            <a:schemeClr val="tx1"/>
          </a:solidFill>
          <a:latin typeface="+mn-lt"/>
        </a:defRPr>
      </a:lvl9pPr>
    </p:bodyStyle>
    <p:otherStyle>
      <a:defPPr>
        <a:defRPr lang="en-US"/>
      </a:defPPr>
      <a:lvl1pPr marL="0" algn="l" defTabSz="677687" rtl="0" eaLnBrk="1" latinLnBrk="0" hangingPunct="1">
        <a:defRPr sz="1303" kern="1200">
          <a:solidFill>
            <a:schemeClr val="tx1"/>
          </a:solidFill>
          <a:latin typeface="+mn-lt"/>
          <a:ea typeface="+mn-ea"/>
          <a:cs typeface="+mn-cs"/>
        </a:defRPr>
      </a:lvl1pPr>
      <a:lvl2pPr marL="338844" algn="l" defTabSz="677687" rtl="0" eaLnBrk="1" latinLnBrk="0" hangingPunct="1">
        <a:defRPr sz="1303" kern="1200">
          <a:solidFill>
            <a:schemeClr val="tx1"/>
          </a:solidFill>
          <a:latin typeface="+mn-lt"/>
          <a:ea typeface="+mn-ea"/>
          <a:cs typeface="+mn-cs"/>
        </a:defRPr>
      </a:lvl2pPr>
      <a:lvl3pPr marL="677687" algn="l" defTabSz="677687" rtl="0" eaLnBrk="1" latinLnBrk="0" hangingPunct="1">
        <a:defRPr sz="1303" kern="1200">
          <a:solidFill>
            <a:schemeClr val="tx1"/>
          </a:solidFill>
          <a:latin typeface="+mn-lt"/>
          <a:ea typeface="+mn-ea"/>
          <a:cs typeface="+mn-cs"/>
        </a:defRPr>
      </a:lvl3pPr>
      <a:lvl4pPr marL="1016531" algn="l" defTabSz="677687" rtl="0" eaLnBrk="1" latinLnBrk="0" hangingPunct="1">
        <a:defRPr sz="1303" kern="1200">
          <a:solidFill>
            <a:schemeClr val="tx1"/>
          </a:solidFill>
          <a:latin typeface="+mn-lt"/>
          <a:ea typeface="+mn-ea"/>
          <a:cs typeface="+mn-cs"/>
        </a:defRPr>
      </a:lvl4pPr>
      <a:lvl5pPr marL="1355374" algn="l" defTabSz="677687" rtl="0" eaLnBrk="1" latinLnBrk="0" hangingPunct="1">
        <a:defRPr sz="1303" kern="1200">
          <a:solidFill>
            <a:schemeClr val="tx1"/>
          </a:solidFill>
          <a:latin typeface="+mn-lt"/>
          <a:ea typeface="+mn-ea"/>
          <a:cs typeface="+mn-cs"/>
        </a:defRPr>
      </a:lvl5pPr>
      <a:lvl6pPr marL="1694218" algn="l" defTabSz="677687" rtl="0" eaLnBrk="1" latinLnBrk="0" hangingPunct="1">
        <a:defRPr sz="1303" kern="1200">
          <a:solidFill>
            <a:schemeClr val="tx1"/>
          </a:solidFill>
          <a:latin typeface="+mn-lt"/>
          <a:ea typeface="+mn-ea"/>
          <a:cs typeface="+mn-cs"/>
        </a:defRPr>
      </a:lvl6pPr>
      <a:lvl7pPr marL="2033062" algn="l" defTabSz="677687" rtl="0" eaLnBrk="1" latinLnBrk="0" hangingPunct="1">
        <a:defRPr sz="1303" kern="1200">
          <a:solidFill>
            <a:schemeClr val="tx1"/>
          </a:solidFill>
          <a:latin typeface="+mn-lt"/>
          <a:ea typeface="+mn-ea"/>
          <a:cs typeface="+mn-cs"/>
        </a:defRPr>
      </a:lvl7pPr>
      <a:lvl8pPr marL="2371905" algn="l" defTabSz="677687" rtl="0" eaLnBrk="1" latinLnBrk="0" hangingPunct="1">
        <a:defRPr sz="1303" kern="1200">
          <a:solidFill>
            <a:schemeClr val="tx1"/>
          </a:solidFill>
          <a:latin typeface="+mn-lt"/>
          <a:ea typeface="+mn-ea"/>
          <a:cs typeface="+mn-cs"/>
        </a:defRPr>
      </a:lvl8pPr>
      <a:lvl9pPr marL="2710749" algn="l" defTabSz="677687" rtl="0" eaLnBrk="1" latinLnBrk="0" hangingPunct="1">
        <a:defRPr sz="130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64000"/>
          </a:schemeClr>
        </a:solidFill>
        <a:effectLst/>
      </p:bgPr>
    </p:bg>
    <p:spTree>
      <p:nvGrpSpPr>
        <p:cNvPr id="1" name=""/>
        <p:cNvGrpSpPr/>
        <p:nvPr/>
      </p:nvGrpSpPr>
      <p:grpSpPr>
        <a:xfrm>
          <a:off x="0" y="0"/>
          <a:ext cx="0" cy="0"/>
          <a:chOff x="0" y="0"/>
          <a:chExt cx="0" cy="0"/>
        </a:xfrm>
      </p:grpSpPr>
      <p:sp>
        <p:nvSpPr>
          <p:cNvPr id="1031" name="TextBox 2"/>
          <p:cNvSpPr txBox="1">
            <a:spLocks noChangeArrowheads="1"/>
          </p:cNvSpPr>
          <p:nvPr/>
        </p:nvSpPr>
        <p:spPr bwMode="auto">
          <a:xfrm>
            <a:off x="153023" y="-39627"/>
            <a:ext cx="43758891" cy="4146051"/>
          </a:xfrm>
          <a:prstGeom prst="rect">
            <a:avLst/>
          </a:prstGeom>
          <a:solidFill>
            <a:schemeClr val="bg1"/>
          </a:solidFill>
          <a:ln w="9525">
            <a:noFill/>
            <a:miter lim="800000"/>
            <a:headEnd/>
            <a:tailEnd/>
          </a:ln>
        </p:spPr>
        <p:txBody>
          <a:bodyPr lIns="86606" tIns="43303" rIns="86606" bIns="43303" anchor="t"/>
          <a:lstStyle/>
          <a:p>
            <a:pPr algn="ctr">
              <a:lnSpc>
                <a:spcPct val="150000"/>
              </a:lnSpc>
              <a:spcBef>
                <a:spcPts val="1200"/>
              </a:spcBef>
              <a:spcAft>
                <a:spcPts val="0"/>
              </a:spcAft>
            </a:pPr>
            <a:r>
              <a:rPr lang="en-US" sz="7200" b="1" dirty="0" err="1"/>
              <a:t>Gestura</a:t>
            </a:r>
            <a:r>
              <a:rPr lang="en-US" sz="7200" b="1" dirty="0"/>
              <a:t>: AI-Powered Mobile Application for Inclusive Communication</a:t>
            </a:r>
            <a:endParaRPr lang="en-US" sz="7200" dirty="0">
              <a:solidFill>
                <a:srgbClr val="000000"/>
              </a:solidFill>
              <a:latin typeface="+mn-lt"/>
              <a:ea typeface="Arial" panose="020B0604020202020204" pitchFamily="34" charset="0"/>
              <a:cs typeface="Times New Roman"/>
            </a:endParaRPr>
          </a:p>
          <a:p>
            <a:pPr algn="ctr">
              <a:spcBef>
                <a:spcPts val="600"/>
              </a:spcBef>
              <a:spcAft>
                <a:spcPts val="600"/>
              </a:spcAft>
            </a:pPr>
            <a:r>
              <a:rPr lang="en-US" sz="6000" dirty="0">
                <a:cs typeface="Vrinda"/>
              </a:rPr>
              <a:t>Raven Mott</a:t>
            </a:r>
            <a:endParaRPr lang="en-US" sz="6000" baseline="30000" dirty="0">
              <a:cs typeface="Vrinda"/>
            </a:endParaRPr>
          </a:p>
          <a:p>
            <a:pPr algn="ctr">
              <a:spcBef>
                <a:spcPts val="0"/>
              </a:spcBef>
            </a:pPr>
            <a:endParaRPr lang="en-US" sz="3600" dirty="0">
              <a:cs typeface="Times New Roman"/>
            </a:endParaRPr>
          </a:p>
          <a:p>
            <a:pPr algn="ctr">
              <a:spcBef>
                <a:spcPts val="0"/>
              </a:spcBef>
            </a:pPr>
            <a:endParaRPr lang="en-US" sz="4800" dirty="0">
              <a:cs typeface="Vrinda"/>
            </a:endParaRPr>
          </a:p>
          <a:p>
            <a:pPr algn="ctr">
              <a:spcBef>
                <a:spcPts val="0"/>
              </a:spcBef>
            </a:pPr>
            <a:endParaRPr lang="en-US" sz="4000" dirty="0">
              <a:cs typeface="Times New Roman"/>
            </a:endParaRPr>
          </a:p>
        </p:txBody>
      </p:sp>
      <p:sp>
        <p:nvSpPr>
          <p:cNvPr id="1049" name="Text Box 6"/>
          <p:cNvSpPr txBox="1">
            <a:spLocks noChangeArrowheads="1"/>
          </p:cNvSpPr>
          <p:nvPr/>
        </p:nvSpPr>
        <p:spPr bwMode="auto">
          <a:xfrm>
            <a:off x="-1926" y="5211708"/>
            <a:ext cx="13716615" cy="6443989"/>
          </a:xfrm>
          <a:prstGeom prst="rect">
            <a:avLst/>
          </a:prstGeom>
          <a:solidFill>
            <a:schemeClr val="bg1"/>
          </a:solidFill>
          <a:ln w="9525">
            <a:noFill/>
            <a:miter lim="800000"/>
            <a:headEnd/>
            <a:tailEnd/>
          </a:ln>
        </p:spPr>
        <p:txBody>
          <a:bodyPr wrap="square" lIns="203794" tIns="203794" rIns="203794" bIns="203794" anchor="t">
            <a:spAutoFit/>
          </a:bodyPr>
          <a:lstStyle/>
          <a:p>
            <a:r>
              <a:rPr lang="en-US" sz="2800" dirty="0"/>
              <a:t>Growing up, I witnessed firsthand how communication barriers affect everyday life.</a:t>
            </a:r>
            <a:br>
              <a:rPr lang="en-US" sz="2800" dirty="0"/>
            </a:br>
            <a:r>
              <a:rPr lang="en-US" sz="2800" dirty="0"/>
              <a:t>My aunt is hard of hearing, and my mother and her siblings learned ASL so the family could communicate with her. Their dedication—and the challenges they faced finding accessible, modern ASL tools—inspired me to develop </a:t>
            </a:r>
            <a:r>
              <a:rPr lang="en-US" sz="2800" b="1" dirty="0" err="1"/>
              <a:t>Gestura</a:t>
            </a:r>
            <a:r>
              <a:rPr lang="en-US" sz="2800" dirty="0"/>
              <a:t>, a mobile application that uses artificial intelligence to make American Sign Language translation more intuitive, portable, and inclusive.</a:t>
            </a:r>
          </a:p>
          <a:p>
            <a:r>
              <a:rPr lang="en-US" sz="2800" dirty="0"/>
              <a:t>Today, ASL technology remains </a:t>
            </a:r>
            <a:r>
              <a:rPr lang="en-US" sz="2800" b="1" dirty="0"/>
              <a:t>fragmented</a:t>
            </a:r>
            <a:r>
              <a:rPr lang="en-US" sz="2800" dirty="0"/>
              <a:t>, </a:t>
            </a:r>
            <a:r>
              <a:rPr lang="en-US" sz="2800" b="1" dirty="0"/>
              <a:t>inaccurate</a:t>
            </a:r>
            <a:r>
              <a:rPr lang="en-US" sz="2800" dirty="0"/>
              <a:t>, or </a:t>
            </a:r>
            <a:r>
              <a:rPr lang="en-US" sz="2800" b="1" dirty="0"/>
              <a:t>inaccessible</a:t>
            </a:r>
            <a:r>
              <a:rPr lang="en-US" sz="2800" dirty="0"/>
              <a:t>. Many tools only support isolated gestures, rely on bulky hardware, or fail to bridge the gap between Deaf, hard-of-hearing, and multilingual users. </a:t>
            </a:r>
            <a:r>
              <a:rPr lang="en-US" sz="2800" dirty="0" err="1"/>
              <a:t>Gestura</a:t>
            </a:r>
            <a:r>
              <a:rPr lang="en-US" sz="2800" dirty="0"/>
              <a:t> seeks to change that by integrating </a:t>
            </a:r>
            <a:r>
              <a:rPr lang="en-US" sz="2800" b="1" dirty="0"/>
              <a:t>real-time ASL recognition</a:t>
            </a:r>
            <a:r>
              <a:rPr lang="en-US" sz="2800" dirty="0"/>
              <a:t>, </a:t>
            </a:r>
            <a:r>
              <a:rPr lang="en-US" sz="2800" b="1" dirty="0"/>
              <a:t>natural-language generation</a:t>
            </a:r>
            <a:r>
              <a:rPr lang="en-US" sz="2800" dirty="0"/>
              <a:t>, </a:t>
            </a:r>
            <a:r>
              <a:rPr lang="en-US" sz="2800" b="1" dirty="0"/>
              <a:t>animated ASL avatar output</a:t>
            </a:r>
            <a:r>
              <a:rPr lang="en-US" sz="2800" dirty="0"/>
              <a:t>, and </a:t>
            </a:r>
            <a:r>
              <a:rPr lang="en-US" sz="2800" b="1" dirty="0"/>
              <a:t>multilingual translation</a:t>
            </a:r>
            <a:r>
              <a:rPr lang="en-US" sz="2800" dirty="0"/>
              <a:t> into one unified platform.</a:t>
            </a:r>
          </a:p>
          <a:p>
            <a:r>
              <a:rPr lang="en-US" sz="2800" dirty="0" err="1"/>
              <a:t>Gestura’s</a:t>
            </a:r>
            <a:r>
              <a:rPr lang="en-US" sz="2800" dirty="0"/>
              <a:t> mission is simple:</a:t>
            </a:r>
            <a:br>
              <a:rPr lang="en-US" sz="2800" dirty="0"/>
            </a:br>
            <a:r>
              <a:rPr lang="en-US" sz="2800" b="1" dirty="0"/>
              <a:t>Empower communication—anywhere, anytime—for everyone.</a:t>
            </a:r>
            <a:endParaRPr lang="en-US" sz="2800" dirty="0"/>
          </a:p>
          <a:p>
            <a:pPr>
              <a:spcBef>
                <a:spcPts val="0"/>
              </a:spcBef>
              <a:spcAft>
                <a:spcPts val="600"/>
              </a:spcAft>
            </a:pPr>
            <a:endParaRPr lang="en-US" sz="2800" dirty="0">
              <a:cs typeface="Times New Roman" pitchFamily="18" charset="0"/>
            </a:endParaRPr>
          </a:p>
        </p:txBody>
      </p:sp>
      <p:sp>
        <p:nvSpPr>
          <p:cNvPr id="34" name="Rectangle 33">
            <a:extLst>
              <a:ext uri="{FF2B5EF4-FFF2-40B4-BE49-F238E27FC236}">
                <a16:creationId xmlns:a16="http://schemas.microsoft.com/office/drawing/2014/main" id="{0C925DD9-120F-44A0-8263-35115E070FED}"/>
              </a:ext>
            </a:extLst>
          </p:cNvPr>
          <p:cNvSpPr/>
          <p:nvPr/>
        </p:nvSpPr>
        <p:spPr>
          <a:xfrm>
            <a:off x="0" y="4263601"/>
            <a:ext cx="13761720" cy="9144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dirty="0">
                <a:latin typeface="Arial" panose="020B0604020202020204" pitchFamily="34" charset="0"/>
                <a:cs typeface="Arial" panose="020B0604020202020204" pitchFamily="34" charset="0"/>
              </a:rPr>
              <a:t>INTRODUCTION &amp; MOTIVATION</a:t>
            </a:r>
          </a:p>
        </p:txBody>
      </p:sp>
      <p:sp>
        <p:nvSpPr>
          <p:cNvPr id="36" name="Rectangle 35">
            <a:extLst>
              <a:ext uri="{FF2B5EF4-FFF2-40B4-BE49-F238E27FC236}">
                <a16:creationId xmlns:a16="http://schemas.microsoft.com/office/drawing/2014/main" id="{1B33805F-CE5F-4A33-84F8-B07A1FA287E0}"/>
              </a:ext>
            </a:extLst>
          </p:cNvPr>
          <p:cNvSpPr/>
          <p:nvPr/>
        </p:nvSpPr>
        <p:spPr>
          <a:xfrm>
            <a:off x="14343518" y="4269809"/>
            <a:ext cx="14897954" cy="9335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91440" tIns="45723" rIns="91440" bIns="45723" rtlCol="0" anchor="ctr"/>
          <a:lstStyle/>
          <a:p>
            <a:pPr algn="ctr"/>
            <a:r>
              <a:rPr lang="en-US" sz="6000" dirty="0"/>
              <a:t>Accomplishments or Progress</a:t>
            </a:r>
          </a:p>
        </p:txBody>
      </p:sp>
      <p:sp>
        <p:nvSpPr>
          <p:cNvPr id="20" name="Rectangle 19">
            <a:extLst>
              <a:ext uri="{FF2B5EF4-FFF2-40B4-BE49-F238E27FC236}">
                <a16:creationId xmlns:a16="http://schemas.microsoft.com/office/drawing/2014/main" id="{A88B131B-644A-4EBA-AEA3-F072FF4579EF}"/>
              </a:ext>
            </a:extLst>
          </p:cNvPr>
          <p:cNvSpPr/>
          <p:nvPr/>
        </p:nvSpPr>
        <p:spPr>
          <a:xfrm>
            <a:off x="30179984" y="4279359"/>
            <a:ext cx="13761720" cy="9144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91440" tIns="45723" rIns="91440" bIns="45723" rtlCol="0" anchor="ctr"/>
          <a:lstStyle/>
          <a:p>
            <a:pPr algn="ctr"/>
            <a:r>
              <a:rPr lang="en-US" sz="6000" dirty="0">
                <a:latin typeface="Arial" panose="020B0604020202020204" pitchFamily="34" charset="0"/>
                <a:cs typeface="Arial" panose="020B0604020202020204" pitchFamily="34" charset="0"/>
              </a:rPr>
              <a:t>METHODOLOGY</a:t>
            </a:r>
          </a:p>
        </p:txBody>
      </p:sp>
      <p:sp>
        <p:nvSpPr>
          <p:cNvPr id="21" name="Text Box 6">
            <a:extLst>
              <a:ext uri="{FF2B5EF4-FFF2-40B4-BE49-F238E27FC236}">
                <a16:creationId xmlns:a16="http://schemas.microsoft.com/office/drawing/2014/main" id="{CC09DB3F-D245-4513-8876-B6C4C0CF4BFC}"/>
              </a:ext>
            </a:extLst>
          </p:cNvPr>
          <p:cNvSpPr txBox="1">
            <a:spLocks noChangeArrowheads="1"/>
          </p:cNvSpPr>
          <p:nvPr/>
        </p:nvSpPr>
        <p:spPr bwMode="auto">
          <a:xfrm>
            <a:off x="27892" y="18527247"/>
            <a:ext cx="13705936" cy="6520933"/>
          </a:xfrm>
          <a:prstGeom prst="rect">
            <a:avLst/>
          </a:prstGeom>
          <a:solidFill>
            <a:schemeClr val="bg1"/>
          </a:solidFill>
          <a:ln w="9525">
            <a:noFill/>
            <a:miter lim="800000"/>
            <a:headEnd/>
            <a:tailEnd/>
          </a:ln>
        </p:spPr>
        <p:txBody>
          <a:bodyPr wrap="square" lIns="203794" tIns="203794" rIns="203794" bIns="203794" anchor="t">
            <a:spAutoFit/>
          </a:bodyPr>
          <a:lstStyle/>
          <a:p>
            <a:r>
              <a:rPr lang="en-US" sz="2800" b="1" dirty="0"/>
              <a:t>Primary Goals</a:t>
            </a:r>
          </a:p>
          <a:p>
            <a:pPr marL="457200" indent="-457200">
              <a:buFont typeface="Arial" panose="020B0604020202020204" pitchFamily="34" charset="0"/>
              <a:buChar char="•"/>
            </a:pPr>
            <a:r>
              <a:rPr lang="en-US" sz="2800" dirty="0"/>
              <a:t>Develop a mobile app that performs </a:t>
            </a:r>
            <a:r>
              <a:rPr lang="en-US" sz="2800" b="1" dirty="0"/>
              <a:t>real-time ASL-to-text and text-to-ASL translation</a:t>
            </a:r>
            <a:r>
              <a:rPr lang="en-US" sz="2800" dirty="0"/>
              <a:t>.</a:t>
            </a:r>
          </a:p>
          <a:p>
            <a:pPr marL="457200" indent="-457200">
              <a:buFont typeface="Arial" panose="020B0604020202020204" pitchFamily="34" charset="0"/>
              <a:buChar char="•"/>
            </a:pPr>
            <a:r>
              <a:rPr lang="en-US" sz="2800" dirty="0"/>
              <a:t>Enable </a:t>
            </a:r>
            <a:r>
              <a:rPr lang="en-US" sz="2800" b="1" dirty="0"/>
              <a:t>multilingual support</a:t>
            </a:r>
            <a:r>
              <a:rPr lang="en-US" sz="2800" dirty="0"/>
              <a:t> for English, Spanish, Japanese, and more.</a:t>
            </a:r>
          </a:p>
          <a:p>
            <a:pPr marL="457200" indent="-457200">
              <a:buFont typeface="Arial" panose="020B0604020202020204" pitchFamily="34" charset="0"/>
              <a:buChar char="•"/>
            </a:pPr>
            <a:r>
              <a:rPr lang="en-US" sz="2800" dirty="0"/>
              <a:t>Create an intuitive user interface that is fully accessible (dark mode, captions, high contrast, large touch targets).</a:t>
            </a:r>
          </a:p>
          <a:p>
            <a:pPr marL="457200" indent="-457200">
              <a:buFont typeface="Arial" panose="020B0604020202020204" pitchFamily="34" charset="0"/>
              <a:buChar char="•"/>
            </a:pPr>
            <a:r>
              <a:rPr lang="en-US" sz="2800" dirty="0"/>
              <a:t>Build a </a:t>
            </a:r>
            <a:r>
              <a:rPr lang="en-US" sz="2800" b="1" dirty="0"/>
              <a:t>cloud-based model update pipeline</a:t>
            </a:r>
            <a:r>
              <a:rPr lang="en-US" sz="2800" dirty="0"/>
              <a:t> that allows automatic model syncing and user-contributed data.</a:t>
            </a:r>
          </a:p>
          <a:p>
            <a:pPr marL="457200" indent="-457200">
              <a:buFont typeface="Arial" panose="020B0604020202020204" pitchFamily="34" charset="0"/>
              <a:buChar char="•"/>
            </a:pPr>
            <a:r>
              <a:rPr lang="en-US" sz="2800" dirty="0"/>
              <a:t>Provide an animated </a:t>
            </a:r>
            <a:r>
              <a:rPr lang="en-US" sz="2800" b="1" dirty="0"/>
              <a:t>ASL avatar</a:t>
            </a:r>
            <a:r>
              <a:rPr lang="en-US" sz="2800" dirty="0"/>
              <a:t> for reverse translation (spoken/typed → ASL video).</a:t>
            </a:r>
          </a:p>
          <a:p>
            <a:r>
              <a:rPr lang="en-US" sz="2800" b="1" dirty="0"/>
              <a:t>Secondary Goals</a:t>
            </a:r>
          </a:p>
          <a:p>
            <a:pPr marL="457200" indent="-457200">
              <a:buFont typeface="Arial" panose="020B0604020202020204" pitchFamily="34" charset="0"/>
              <a:buChar char="•"/>
            </a:pPr>
            <a:r>
              <a:rPr lang="en-US" sz="2800" dirty="0"/>
              <a:t>Support community-driven dataset growth through guided user submissions.</a:t>
            </a:r>
          </a:p>
          <a:p>
            <a:pPr marL="457200" indent="-457200">
              <a:buFont typeface="Arial" panose="020B0604020202020204" pitchFamily="34" charset="0"/>
              <a:buChar char="•"/>
            </a:pPr>
            <a:r>
              <a:rPr lang="en-US" sz="2800" dirty="0"/>
              <a:t>Explore </a:t>
            </a:r>
            <a:r>
              <a:rPr lang="en-US" sz="2800" b="1" dirty="0"/>
              <a:t>Meta Smart Glasses</a:t>
            </a:r>
            <a:r>
              <a:rPr lang="en-US" sz="2800" dirty="0"/>
              <a:t> integration for hands-free translation.</a:t>
            </a:r>
          </a:p>
          <a:p>
            <a:pPr marL="457200" indent="-457200">
              <a:buFont typeface="Arial" panose="020B0604020202020204" pitchFamily="34" charset="0"/>
              <a:buChar char="•"/>
            </a:pPr>
            <a:r>
              <a:rPr lang="en-US" sz="2800" dirty="0"/>
              <a:t>Design a scalable technical foundation that can serve classrooms, families, and global accessibility needs.</a:t>
            </a:r>
          </a:p>
          <a:p>
            <a:pPr indent="-457200">
              <a:spcBef>
                <a:spcPts val="600"/>
              </a:spcBef>
              <a:spcAft>
                <a:spcPts val="0"/>
              </a:spcAft>
            </a:pPr>
            <a:endParaRPr lang="en-US" sz="2800" dirty="0">
              <a:latin typeface="Times New Roman"/>
              <a:cs typeface="Times New Roman"/>
            </a:endParaRPr>
          </a:p>
        </p:txBody>
      </p:sp>
      <p:sp>
        <p:nvSpPr>
          <p:cNvPr id="51" name="Rectangle 50">
            <a:extLst>
              <a:ext uri="{FF2B5EF4-FFF2-40B4-BE49-F238E27FC236}">
                <a16:creationId xmlns:a16="http://schemas.microsoft.com/office/drawing/2014/main" id="{0DFAC870-23ED-4BA5-ABFE-C5E5035777C7}"/>
              </a:ext>
            </a:extLst>
          </p:cNvPr>
          <p:cNvSpPr/>
          <p:nvPr/>
        </p:nvSpPr>
        <p:spPr>
          <a:xfrm>
            <a:off x="29826587" y="25876834"/>
            <a:ext cx="14057221" cy="76920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dirty="0">
                <a:latin typeface="Arial" panose="020B0604020202020204" pitchFamily="34" charset="0"/>
                <a:cs typeface="Arial" panose="020B0604020202020204" pitchFamily="34" charset="0"/>
              </a:rPr>
              <a:t>REFERENCES</a:t>
            </a:r>
          </a:p>
        </p:txBody>
      </p:sp>
      <p:sp>
        <p:nvSpPr>
          <p:cNvPr id="52" name="Text Box 6">
            <a:extLst>
              <a:ext uri="{FF2B5EF4-FFF2-40B4-BE49-F238E27FC236}">
                <a16:creationId xmlns:a16="http://schemas.microsoft.com/office/drawing/2014/main" id="{131B06A8-EE26-473D-90D1-72BB94DA2B53}"/>
              </a:ext>
            </a:extLst>
          </p:cNvPr>
          <p:cNvSpPr txBox="1">
            <a:spLocks noChangeArrowheads="1"/>
          </p:cNvSpPr>
          <p:nvPr/>
        </p:nvSpPr>
        <p:spPr bwMode="auto">
          <a:xfrm>
            <a:off x="30008032" y="26792447"/>
            <a:ext cx="14015737" cy="5541178"/>
          </a:xfrm>
          <a:prstGeom prst="rect">
            <a:avLst/>
          </a:prstGeom>
          <a:solidFill>
            <a:schemeClr val="bg1"/>
          </a:solidFill>
          <a:ln w="9525">
            <a:noFill/>
            <a:miter lim="800000"/>
            <a:headEnd/>
            <a:tailEnd/>
          </a:ln>
        </p:spPr>
        <p:txBody>
          <a:bodyPr wrap="square" lIns="203794" tIns="203794" rIns="203794" bIns="203794" anchor="t">
            <a:spAutoFit/>
          </a:bodyPr>
          <a:lstStyle/>
          <a:p>
            <a:pPr marL="514350" indent="-514350">
              <a:spcBef>
                <a:spcPts val="600"/>
              </a:spcBef>
              <a:spcAft>
                <a:spcPts val="1000"/>
              </a:spcAft>
              <a:buFont typeface="+mj-lt"/>
              <a:buAutoNum type="arabicPeriod"/>
            </a:pPr>
            <a:r>
              <a:rPr lang="en-US" sz="2800" dirty="0" err="1"/>
              <a:t>Bantupalli</a:t>
            </a:r>
            <a:r>
              <a:rPr lang="en-US" sz="2800" dirty="0"/>
              <a:t>, K., &amp; Xie, Y. (2018). </a:t>
            </a:r>
            <a:r>
              <a:rPr lang="en-US" sz="2800" i="1" dirty="0"/>
              <a:t>American Sign Language Recognition Using Deep Learning and Computer Vision.</a:t>
            </a:r>
            <a:r>
              <a:rPr lang="en-US" sz="2800" dirty="0"/>
              <a:t> IEEE Big Data.</a:t>
            </a:r>
          </a:p>
          <a:p>
            <a:pPr marL="514350" indent="-514350">
              <a:spcBef>
                <a:spcPts val="600"/>
              </a:spcBef>
              <a:spcAft>
                <a:spcPts val="1000"/>
              </a:spcAft>
              <a:buFont typeface="+mj-lt"/>
              <a:buAutoNum type="arabicPeriod"/>
            </a:pPr>
            <a:r>
              <a:rPr lang="en-US" sz="2800" dirty="0"/>
              <a:t>Roh, Y., Heo, G., &amp; Whang, S. E. (2021). </a:t>
            </a:r>
            <a:r>
              <a:rPr lang="en-US" sz="2800" i="1" dirty="0"/>
              <a:t>A Survey on Data Collection for Machine Learning: A Big Data–AI Integration Perspective.</a:t>
            </a:r>
            <a:r>
              <a:rPr lang="en-US" sz="2800" dirty="0"/>
              <a:t> IEEE TKDE.</a:t>
            </a:r>
          </a:p>
          <a:p>
            <a:pPr marL="514350" indent="-514350">
              <a:spcBef>
                <a:spcPts val="600"/>
              </a:spcBef>
              <a:spcAft>
                <a:spcPts val="1000"/>
              </a:spcAft>
              <a:buFont typeface="+mj-lt"/>
              <a:buAutoNum type="arabicPeriod"/>
            </a:pPr>
            <a:r>
              <a:rPr lang="en-US" sz="2800" dirty="0"/>
              <a:t>Miljkovic, K. et al. (2024). </a:t>
            </a:r>
            <a:r>
              <a:rPr lang="en-US" sz="2800" i="1" dirty="0"/>
              <a:t>Agile Multi-tier Android Application Development With Firebase.</a:t>
            </a:r>
            <a:r>
              <a:rPr lang="en-US" sz="2800" dirty="0"/>
              <a:t> </a:t>
            </a:r>
            <a:r>
              <a:rPr lang="en-US" sz="2800" dirty="0" err="1"/>
              <a:t>Sinteza</a:t>
            </a:r>
            <a:r>
              <a:rPr lang="en-US" sz="2800" dirty="0"/>
              <a:t> 2024.</a:t>
            </a:r>
          </a:p>
          <a:p>
            <a:pPr marL="514350" indent="-514350">
              <a:spcBef>
                <a:spcPts val="600"/>
              </a:spcBef>
              <a:spcAft>
                <a:spcPts val="1000"/>
              </a:spcAft>
              <a:buFont typeface="+mj-lt"/>
              <a:buAutoNum type="arabicPeriod"/>
            </a:pPr>
            <a:r>
              <a:rPr lang="en-US" sz="2800" dirty="0"/>
              <a:t>Firdousi, M., &amp; Team Semaphore (2022). </a:t>
            </a:r>
            <a:r>
              <a:rPr lang="en-US" sz="2800" i="1" dirty="0" err="1"/>
              <a:t>Synaera</a:t>
            </a:r>
            <a:r>
              <a:rPr lang="en-US" sz="2800" i="1" dirty="0"/>
              <a:t>: Android application for sign language to text translation.</a:t>
            </a:r>
            <a:r>
              <a:rPr lang="en-US" sz="2800" dirty="0"/>
              <a:t> GitHub.</a:t>
            </a:r>
          </a:p>
          <a:p>
            <a:pPr marL="514350" indent="-514350">
              <a:spcBef>
                <a:spcPts val="600"/>
              </a:spcBef>
              <a:spcAft>
                <a:spcPts val="1000"/>
              </a:spcAft>
              <a:buFont typeface="+mj-lt"/>
              <a:buAutoNum type="arabicPeriod"/>
            </a:pPr>
            <a:r>
              <a:rPr lang="en-US" sz="2800" dirty="0" err="1"/>
              <a:t>Koishigawa</a:t>
            </a:r>
            <a:r>
              <a:rPr lang="en-US" sz="2800" dirty="0"/>
              <a:t>, N. O. (2019). </a:t>
            </a:r>
            <a:r>
              <a:rPr lang="en-US" sz="2800" i="1" dirty="0"/>
              <a:t>Machine Learning Projects for Mobile Applications.</a:t>
            </a:r>
            <a:r>
              <a:rPr lang="en-US" sz="2800" dirty="0"/>
              <a:t> </a:t>
            </a:r>
            <a:r>
              <a:rPr lang="en-US" sz="2800" dirty="0" err="1"/>
              <a:t>Packt</a:t>
            </a:r>
            <a:r>
              <a:rPr lang="en-US" sz="2800" dirty="0"/>
              <a:t> Publishing.</a:t>
            </a:r>
            <a:endParaRPr lang="en-US" sz="2800" dirty="0">
              <a:solidFill>
                <a:srgbClr val="000000"/>
              </a:solidFill>
              <a:ea typeface="Calibri" panose="020F0502020204030204" pitchFamily="34" charset="0"/>
              <a:cs typeface="Times New Roman" pitchFamily="18" charset="0"/>
            </a:endParaRPr>
          </a:p>
        </p:txBody>
      </p:sp>
      <p:cxnSp>
        <p:nvCxnSpPr>
          <p:cNvPr id="6" name="Straight Connector 5">
            <a:extLst>
              <a:ext uri="{FF2B5EF4-FFF2-40B4-BE49-F238E27FC236}">
                <a16:creationId xmlns:a16="http://schemas.microsoft.com/office/drawing/2014/main" id="{BAA58918-35B8-485C-9C00-E3649479E2F3}"/>
              </a:ext>
            </a:extLst>
          </p:cNvPr>
          <p:cNvCxnSpPr>
            <a:cxnSpLocks/>
          </p:cNvCxnSpPr>
          <p:nvPr/>
        </p:nvCxnSpPr>
        <p:spPr bwMode="auto">
          <a:xfrm>
            <a:off x="-83810" y="4066668"/>
            <a:ext cx="43967618" cy="73860"/>
          </a:xfrm>
          <a:prstGeom prst="line">
            <a:avLst/>
          </a:prstGeom>
          <a:solidFill>
            <a:schemeClr val="accent1"/>
          </a:solidFill>
          <a:ln w="38100" cap="flat" cmpd="sng" algn="ctr">
            <a:solidFill>
              <a:srgbClr val="0070C0"/>
            </a:solidFill>
            <a:prstDash val="solid"/>
            <a:round/>
            <a:headEnd type="none" w="med" len="med"/>
            <a:tailEnd type="none" w="med" len="med"/>
          </a:ln>
          <a:effectLst/>
        </p:spPr>
      </p:cxnSp>
      <p:sp>
        <p:nvSpPr>
          <p:cNvPr id="24" name="Text Box 6">
            <a:extLst>
              <a:ext uri="{FF2B5EF4-FFF2-40B4-BE49-F238E27FC236}">
                <a16:creationId xmlns:a16="http://schemas.microsoft.com/office/drawing/2014/main" id="{4BADBF4F-D7AB-A2C4-7848-6DEA4E2DDDA4}"/>
              </a:ext>
            </a:extLst>
          </p:cNvPr>
          <p:cNvSpPr txBox="1">
            <a:spLocks noChangeArrowheads="1"/>
          </p:cNvSpPr>
          <p:nvPr/>
        </p:nvSpPr>
        <p:spPr bwMode="auto">
          <a:xfrm>
            <a:off x="30179984" y="5267482"/>
            <a:ext cx="13557642" cy="10321974"/>
          </a:xfrm>
          <a:prstGeom prst="rect">
            <a:avLst/>
          </a:prstGeom>
          <a:solidFill>
            <a:schemeClr val="bg1"/>
          </a:solidFill>
          <a:ln w="9525">
            <a:noFill/>
            <a:miter lim="800000"/>
            <a:headEnd/>
            <a:tailEnd/>
          </a:ln>
        </p:spPr>
        <p:txBody>
          <a:bodyPr wrap="square" lIns="203794" tIns="203794" rIns="203794" bIns="203794" anchor="t">
            <a:spAutoFit/>
          </a:bodyPr>
          <a:lstStyle/>
          <a:p>
            <a:r>
              <a:rPr lang="en-US" sz="2800" b="1" dirty="0"/>
              <a:t>1. ASL Recognition Pipeline</a:t>
            </a:r>
          </a:p>
          <a:p>
            <a:pPr marL="457200" indent="-457200">
              <a:buFont typeface="Arial" panose="020B0604020202020204" pitchFamily="34" charset="0"/>
              <a:buChar char="•"/>
            </a:pPr>
            <a:r>
              <a:rPr lang="en-US" sz="2800" dirty="0" err="1"/>
              <a:t>MediaPipe</a:t>
            </a:r>
            <a:r>
              <a:rPr lang="en-US" sz="2800" dirty="0"/>
              <a:t> Holistic → Landmark extraction</a:t>
            </a:r>
          </a:p>
          <a:p>
            <a:pPr marL="457200" indent="-457200">
              <a:buFont typeface="Arial" panose="020B0604020202020204" pitchFamily="34" charset="0"/>
              <a:buChar char="•"/>
            </a:pPr>
            <a:r>
              <a:rPr lang="en-US" sz="2800" dirty="0"/>
              <a:t>Lightweight 3D-CNN / Temporal models (</a:t>
            </a:r>
            <a:r>
              <a:rPr lang="en-US" sz="2800" dirty="0" err="1"/>
              <a:t>TFLite</a:t>
            </a:r>
            <a:r>
              <a:rPr lang="en-US" sz="2800" dirty="0"/>
              <a:t> optimized)- ASL model weights released by </a:t>
            </a:r>
            <a:r>
              <a:rPr lang="en-US" sz="2800" i="1" dirty="0"/>
              <a:t>Team Semaphore (</a:t>
            </a:r>
            <a:r>
              <a:rPr lang="en-US" sz="2800" i="1" dirty="0" err="1"/>
              <a:t>Synaera</a:t>
            </a:r>
            <a:r>
              <a:rPr lang="en-US" sz="2800" i="1" dirty="0"/>
              <a:t> Project)</a:t>
            </a:r>
            <a:r>
              <a:rPr lang="en-US" sz="2800" dirty="0"/>
              <a:t> </a:t>
            </a:r>
          </a:p>
          <a:p>
            <a:pPr marL="457200" indent="-457200">
              <a:buFont typeface="Arial" panose="020B0604020202020204" pitchFamily="34" charset="0"/>
              <a:buChar char="•"/>
            </a:pPr>
            <a:r>
              <a:rPr lang="en-US" sz="2800" dirty="0"/>
              <a:t>Gloss assembly from gesture predictions</a:t>
            </a:r>
          </a:p>
          <a:p>
            <a:pPr marL="457200" indent="-457200">
              <a:buFont typeface="Arial" panose="020B0604020202020204" pitchFamily="34" charset="0"/>
              <a:buChar char="•"/>
            </a:pPr>
            <a:r>
              <a:rPr lang="en-US" sz="2800" dirty="0"/>
              <a:t>Firebase validation + data ingestion for model retraining</a:t>
            </a:r>
          </a:p>
          <a:p>
            <a:r>
              <a:rPr lang="en-US" sz="2800" b="1" dirty="0"/>
              <a:t>2. Natural Language Processing</a:t>
            </a:r>
          </a:p>
          <a:p>
            <a:pPr marL="457200" indent="-457200">
              <a:buFont typeface="Arial" panose="020B0604020202020204" pitchFamily="34" charset="0"/>
              <a:buChar char="•"/>
            </a:pPr>
            <a:r>
              <a:rPr lang="en-US" sz="2800" dirty="0"/>
              <a:t>ASL gloss → English sentence generation using OpenAI</a:t>
            </a:r>
          </a:p>
          <a:p>
            <a:pPr marL="457200" indent="-457200">
              <a:buFont typeface="Arial" panose="020B0604020202020204" pitchFamily="34" charset="0"/>
              <a:buChar char="•"/>
            </a:pPr>
            <a:r>
              <a:rPr lang="en-US" sz="2800" dirty="0"/>
              <a:t>Contextual smoothing to handle incomplete or ambiguous gloss sequences</a:t>
            </a:r>
          </a:p>
          <a:p>
            <a:pPr marL="457200" indent="-457200">
              <a:buFont typeface="Arial" panose="020B0604020202020204" pitchFamily="34" charset="0"/>
              <a:buChar char="•"/>
            </a:pPr>
            <a:r>
              <a:rPr lang="en-US" sz="2800" dirty="0"/>
              <a:t>Optional multilingual translation layer (text-to-text &amp; TTS)</a:t>
            </a:r>
          </a:p>
          <a:p>
            <a:r>
              <a:rPr lang="en-US" sz="2800" b="1" dirty="0"/>
              <a:t>3. Mobile Application (Kotlin, Android Studio)</a:t>
            </a:r>
            <a:endParaRPr lang="en-US" sz="2800" dirty="0"/>
          </a:p>
          <a:p>
            <a:pPr marL="457200" indent="-457200">
              <a:buFont typeface="Arial" panose="020B0604020202020204" pitchFamily="34" charset="0"/>
              <a:buChar char="•"/>
            </a:pPr>
            <a:r>
              <a:rPr lang="en-US" sz="2800" dirty="0"/>
              <a:t>On-device inference using TensorFlow Lite</a:t>
            </a:r>
          </a:p>
          <a:p>
            <a:pPr marL="457200" indent="-457200">
              <a:buFont typeface="Arial" panose="020B0604020202020204" pitchFamily="34" charset="0"/>
              <a:buChar char="•"/>
            </a:pPr>
            <a:r>
              <a:rPr lang="en-US" sz="2800" dirty="0"/>
              <a:t>Bottom navigation workflow (Translate, Avatar, ASL, Contribute, Settings)</a:t>
            </a:r>
          </a:p>
          <a:p>
            <a:pPr marL="457200" indent="-457200">
              <a:buFont typeface="Arial" panose="020B0604020202020204" pitchFamily="34" charset="0"/>
              <a:buChar char="•"/>
            </a:pPr>
            <a:r>
              <a:rPr lang="en-US" sz="2800" dirty="0"/>
              <a:t>Reviewer mode for vetting incoming ASL submissions</a:t>
            </a:r>
          </a:p>
          <a:p>
            <a:r>
              <a:rPr lang="en-US" sz="2800" b="1" dirty="0"/>
              <a:t>4. Cloud Integration</a:t>
            </a:r>
          </a:p>
          <a:p>
            <a:pPr marL="457200" indent="-457200">
              <a:buFont typeface="Arial" panose="020B0604020202020204" pitchFamily="34" charset="0"/>
              <a:buChar char="•"/>
            </a:pPr>
            <a:r>
              <a:rPr lang="en-US" sz="2800" dirty="0"/>
              <a:t>Firebase Auth + Firestore + Storage + Cloud Functions</a:t>
            </a:r>
          </a:p>
          <a:p>
            <a:pPr marL="457200" indent="-457200">
              <a:buFont typeface="Arial" panose="020B0604020202020204" pitchFamily="34" charset="0"/>
              <a:buChar char="•"/>
            </a:pPr>
            <a:r>
              <a:rPr lang="en-US" sz="2800" dirty="0"/>
              <a:t>User-contributed dataset with on-device pre-checks</a:t>
            </a:r>
          </a:p>
          <a:p>
            <a:pPr marL="457200" indent="-457200">
              <a:buFont typeface="Arial" panose="020B0604020202020204" pitchFamily="34" charset="0"/>
              <a:buChar char="•"/>
            </a:pPr>
            <a:r>
              <a:rPr lang="en-US" sz="2800" dirty="0"/>
              <a:t>AWS “</a:t>
            </a:r>
            <a:r>
              <a:rPr lang="en-US" sz="2800" dirty="0" err="1"/>
              <a:t>GenASL</a:t>
            </a:r>
            <a:r>
              <a:rPr lang="en-US" sz="2800" dirty="0"/>
              <a:t>” avatar for generating ASL video from text</a:t>
            </a:r>
          </a:p>
          <a:p>
            <a:pPr marL="457200" indent="-457200">
              <a:buFont typeface="Arial" panose="020B0604020202020204" pitchFamily="34" charset="0"/>
              <a:buChar char="•"/>
            </a:pPr>
            <a:r>
              <a:rPr lang="en-US" sz="2800" dirty="0"/>
              <a:t>Weekly/quarterly retraining pipeline (planned)</a:t>
            </a:r>
          </a:p>
          <a:p>
            <a:r>
              <a:rPr lang="en-US" sz="2800" b="1" dirty="0"/>
              <a:t>5. Research-Driven Development</a:t>
            </a:r>
          </a:p>
          <a:p>
            <a:pPr marL="457200" indent="-457200">
              <a:buFont typeface="Arial" panose="020B0604020202020204" pitchFamily="34" charset="0"/>
              <a:buChar char="•"/>
            </a:pPr>
            <a:r>
              <a:rPr lang="en-US" sz="2800" dirty="0"/>
              <a:t>Iterative AGILE development</a:t>
            </a:r>
          </a:p>
          <a:p>
            <a:pPr marL="457200" indent="-457200">
              <a:buFont typeface="Arial" panose="020B0604020202020204" pitchFamily="34" charset="0"/>
              <a:buChar char="•"/>
            </a:pPr>
            <a:r>
              <a:rPr lang="en-US" sz="2800" dirty="0"/>
              <a:t>Literature-informed modeling and UI practices</a:t>
            </a:r>
          </a:p>
          <a:p>
            <a:pPr marL="457200" indent="-457200">
              <a:buFont typeface="Arial" panose="020B0604020202020204" pitchFamily="34" charset="0"/>
              <a:buChar char="•"/>
            </a:pPr>
            <a:r>
              <a:rPr lang="en-US" sz="2800" dirty="0"/>
              <a:t>Continuous benchmarking for model accuracy, latency, and accessibility compliance</a:t>
            </a:r>
          </a:p>
        </p:txBody>
      </p:sp>
      <p:sp>
        <p:nvSpPr>
          <p:cNvPr id="2" name="Rectangle 1">
            <a:extLst>
              <a:ext uri="{FF2B5EF4-FFF2-40B4-BE49-F238E27FC236}">
                <a16:creationId xmlns:a16="http://schemas.microsoft.com/office/drawing/2014/main" id="{FAF199F8-539C-586D-C27F-594C5A489818}"/>
              </a:ext>
            </a:extLst>
          </p:cNvPr>
          <p:cNvSpPr/>
          <p:nvPr/>
        </p:nvSpPr>
        <p:spPr>
          <a:xfrm>
            <a:off x="27892" y="17574670"/>
            <a:ext cx="13761720" cy="9144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91440" tIns="45723" rIns="91440" bIns="45723" rtlCol="0" anchor="ctr"/>
          <a:lstStyle/>
          <a:p>
            <a:pPr algn="ctr"/>
            <a:r>
              <a:rPr lang="en-US" sz="6000" dirty="0">
                <a:latin typeface="Arial"/>
                <a:cs typeface="Arial"/>
              </a:rPr>
              <a:t>OBJECTIVES</a:t>
            </a:r>
            <a:endParaRPr lang="en-US" sz="6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373D36A-7AB1-1AE1-BF4E-50B4F2ACF7DB}"/>
              </a:ext>
            </a:extLst>
          </p:cNvPr>
          <p:cNvSpPr txBox="1"/>
          <p:nvPr/>
        </p:nvSpPr>
        <p:spPr>
          <a:xfrm>
            <a:off x="-34239" y="6653934"/>
            <a:ext cx="13656365" cy="6124754"/>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Primary Goals</a:t>
            </a:r>
          </a:p>
          <a:p>
            <a:pPr marL="457200" indent="-457200">
              <a:buFont typeface="Arial" panose="020B0604020202020204" pitchFamily="34" charset="0"/>
              <a:buChar char="•"/>
            </a:pPr>
            <a:r>
              <a:rPr lang="en-US" sz="2800" dirty="0"/>
              <a:t>Develop a mobile app that performs </a:t>
            </a:r>
            <a:r>
              <a:rPr lang="en-US" sz="2800" b="1" dirty="0"/>
              <a:t>real-time ASL-to-text and text-to-ASL translation</a:t>
            </a:r>
            <a:r>
              <a:rPr lang="en-US" sz="2800" dirty="0"/>
              <a:t>.</a:t>
            </a:r>
          </a:p>
          <a:p>
            <a:pPr marL="457200" indent="-457200">
              <a:buFont typeface="Arial" panose="020B0604020202020204" pitchFamily="34" charset="0"/>
              <a:buChar char="•"/>
            </a:pPr>
            <a:r>
              <a:rPr lang="en-US" sz="2800" dirty="0"/>
              <a:t>Enable </a:t>
            </a:r>
            <a:r>
              <a:rPr lang="en-US" sz="2800" b="1" dirty="0"/>
              <a:t>multilingual support</a:t>
            </a:r>
            <a:r>
              <a:rPr lang="en-US" sz="2800" dirty="0"/>
              <a:t> for English, Spanish, Japanese, and more.</a:t>
            </a:r>
          </a:p>
          <a:p>
            <a:pPr marL="457200" indent="-457200">
              <a:buFont typeface="Arial" panose="020B0604020202020204" pitchFamily="34" charset="0"/>
              <a:buChar char="•"/>
            </a:pPr>
            <a:r>
              <a:rPr lang="en-US" sz="2800" dirty="0"/>
              <a:t>Create an intuitive user interface that is fully accessible (dark mode, captions, high contrast, large touch targets).</a:t>
            </a:r>
          </a:p>
          <a:p>
            <a:pPr marL="457200" indent="-457200">
              <a:buFont typeface="Arial" panose="020B0604020202020204" pitchFamily="34" charset="0"/>
              <a:buChar char="•"/>
            </a:pPr>
            <a:r>
              <a:rPr lang="en-US" sz="2800" dirty="0"/>
              <a:t>Build a </a:t>
            </a:r>
            <a:r>
              <a:rPr lang="en-US" sz="2800" b="1" dirty="0"/>
              <a:t>cloud-based model update pipeline</a:t>
            </a:r>
            <a:r>
              <a:rPr lang="en-US" sz="2800" dirty="0"/>
              <a:t> that allows automatic model syncing and user-contributed data.</a:t>
            </a:r>
          </a:p>
          <a:p>
            <a:pPr marL="457200" indent="-457200">
              <a:buFont typeface="Arial" panose="020B0604020202020204" pitchFamily="34" charset="0"/>
              <a:buChar char="•"/>
            </a:pPr>
            <a:r>
              <a:rPr lang="en-US" sz="2800" dirty="0"/>
              <a:t>Provide an animated </a:t>
            </a:r>
            <a:r>
              <a:rPr lang="en-US" sz="2800" b="1" dirty="0"/>
              <a:t>ASL avatar</a:t>
            </a:r>
            <a:r>
              <a:rPr lang="en-US" sz="2800" dirty="0"/>
              <a:t> for reverse translation (spoken/typed → ASL video).</a:t>
            </a:r>
          </a:p>
          <a:p>
            <a:r>
              <a:rPr lang="en-US" sz="2800" b="1" dirty="0"/>
              <a:t>Secondary Goals</a:t>
            </a:r>
          </a:p>
          <a:p>
            <a:pPr marL="457200" indent="-457200">
              <a:buFont typeface="Arial" panose="020B0604020202020204" pitchFamily="34" charset="0"/>
              <a:buChar char="•"/>
            </a:pPr>
            <a:r>
              <a:rPr lang="en-US" sz="2800" dirty="0"/>
              <a:t>Support community-driven dataset growth through guided user submissions.</a:t>
            </a:r>
          </a:p>
          <a:p>
            <a:pPr marL="457200" indent="-457200">
              <a:buFont typeface="Arial" panose="020B0604020202020204" pitchFamily="34" charset="0"/>
              <a:buChar char="•"/>
            </a:pPr>
            <a:r>
              <a:rPr lang="en-US" sz="2800" dirty="0"/>
              <a:t>Explore </a:t>
            </a:r>
            <a:r>
              <a:rPr lang="en-US" sz="2800" b="1" dirty="0"/>
              <a:t>Meta Smart Glasses</a:t>
            </a:r>
            <a:r>
              <a:rPr lang="en-US" sz="2800" dirty="0"/>
              <a:t> integration for hands-free translation.</a:t>
            </a:r>
          </a:p>
          <a:p>
            <a:pPr marL="457200" indent="-457200">
              <a:buFont typeface="Arial" panose="020B0604020202020204" pitchFamily="34" charset="0"/>
              <a:buChar char="•"/>
            </a:pPr>
            <a:r>
              <a:rPr lang="en-US" sz="2800" dirty="0"/>
              <a:t>Design a scalable technical foundation that can serve classrooms, families, and global accessibility needs.</a:t>
            </a:r>
          </a:p>
          <a:p>
            <a:endParaRPr lang="en-US" sz="2800" dirty="0">
              <a:cs typeface="Arial"/>
            </a:endParaRPr>
          </a:p>
        </p:txBody>
      </p:sp>
      <p:sp>
        <p:nvSpPr>
          <p:cNvPr id="9" name="Rectangle 8">
            <a:extLst>
              <a:ext uri="{FF2B5EF4-FFF2-40B4-BE49-F238E27FC236}">
                <a16:creationId xmlns:a16="http://schemas.microsoft.com/office/drawing/2014/main" id="{E06691CE-136D-7E6D-EAB4-5CF0258CC0EA}"/>
              </a:ext>
            </a:extLst>
          </p:cNvPr>
          <p:cNvSpPr/>
          <p:nvPr/>
        </p:nvSpPr>
        <p:spPr>
          <a:xfrm>
            <a:off x="153023" y="30000711"/>
            <a:ext cx="14057221" cy="76920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0">
                <a:latin typeface="Arial"/>
                <a:cs typeface="Arial"/>
              </a:rPr>
              <a:t>CONTACT</a:t>
            </a:r>
            <a:endParaRPr lang="en-US" sz="6000">
              <a:latin typeface="Arial" panose="020B0604020202020204" pitchFamily="34" charset="0"/>
              <a:cs typeface="Arial" panose="020B0604020202020204" pitchFamily="34" charset="0"/>
            </a:endParaRPr>
          </a:p>
        </p:txBody>
      </p:sp>
      <p:sp>
        <p:nvSpPr>
          <p:cNvPr id="10" name="Text Box 6">
            <a:extLst>
              <a:ext uri="{FF2B5EF4-FFF2-40B4-BE49-F238E27FC236}">
                <a16:creationId xmlns:a16="http://schemas.microsoft.com/office/drawing/2014/main" id="{5987DA1B-5B89-EFD3-EBD4-31A0BE5D94FA}"/>
              </a:ext>
            </a:extLst>
          </p:cNvPr>
          <p:cNvSpPr txBox="1">
            <a:spLocks noChangeArrowheads="1"/>
          </p:cNvSpPr>
          <p:nvPr/>
        </p:nvSpPr>
        <p:spPr bwMode="auto">
          <a:xfrm>
            <a:off x="83135" y="30769914"/>
            <a:ext cx="14036479" cy="1478527"/>
          </a:xfrm>
          <a:prstGeom prst="rect">
            <a:avLst/>
          </a:prstGeom>
          <a:solidFill>
            <a:schemeClr val="bg1"/>
          </a:solidFill>
          <a:ln w="9525">
            <a:noFill/>
            <a:miter lim="800000"/>
            <a:headEnd/>
            <a:tailEnd/>
          </a:ln>
        </p:spPr>
        <p:txBody>
          <a:bodyPr wrap="square" lIns="203794" tIns="203794" rIns="203794" bIns="203794" anchor="t">
            <a:spAutoFit/>
          </a:bodyPr>
          <a:lstStyle/>
          <a:p>
            <a:pPr>
              <a:spcBef>
                <a:spcPts val="600"/>
              </a:spcBef>
              <a:spcAft>
                <a:spcPts val="1000"/>
              </a:spcAft>
            </a:pPr>
            <a:r>
              <a:rPr lang="en-US" sz="2800" baseline="30000" dirty="0">
                <a:ln w="0"/>
                <a:solidFill>
                  <a:srgbClr val="000000"/>
                </a:solidFill>
                <a:effectLst>
                  <a:outerShdw blurRad="38100" dist="19050" dir="2700000" algn="tl" rotWithShape="0">
                    <a:srgbClr val="000000">
                      <a:alpha val="40000"/>
                    </a:srgbClr>
                  </a:outerShdw>
                </a:effectLst>
                <a:latin typeface="Times New Roman"/>
                <a:ea typeface="Calibri"/>
                <a:cs typeface="Times New Roman"/>
              </a:rPr>
              <a:t>1</a:t>
            </a:r>
            <a:r>
              <a:rPr lang="en-US" sz="2800" dirty="0">
                <a:ln w="0"/>
                <a:solidFill>
                  <a:srgbClr val="000000"/>
                </a:solidFill>
                <a:effectLst>
                  <a:outerShdw blurRad="38100" dist="19050" dir="2700000" algn="tl" rotWithShape="0">
                    <a:srgbClr val="000000">
                      <a:alpha val="40000"/>
                    </a:srgbClr>
                  </a:outerShdw>
                </a:effectLst>
                <a:latin typeface="Times New Roman"/>
                <a:ea typeface="Calibri"/>
                <a:cs typeface="Times New Roman"/>
              </a:rPr>
              <a:t>Rmot1202@students.vsu.edu</a:t>
            </a:r>
            <a:endParaRPr lang="en-US" sz="2800" baseline="30000" dirty="0">
              <a:ln w="0"/>
              <a:solidFill>
                <a:srgbClr val="000000"/>
              </a:solidFill>
              <a:effectLst>
                <a:outerShdw blurRad="38100" dist="19050" dir="2700000" algn="tl" rotWithShape="0">
                  <a:srgbClr val="000000">
                    <a:alpha val="40000"/>
                  </a:srgbClr>
                </a:outerShdw>
              </a:effectLst>
              <a:latin typeface="Times New Roman"/>
              <a:ea typeface="Calibri"/>
              <a:cs typeface="Times New Roman"/>
            </a:endParaRPr>
          </a:p>
          <a:p>
            <a:pPr>
              <a:spcBef>
                <a:spcPts val="600"/>
              </a:spcBef>
              <a:spcAft>
                <a:spcPts val="1000"/>
              </a:spcAft>
            </a:pPr>
            <a:r>
              <a:rPr lang="en-US" sz="2800" baseline="30000" dirty="0">
                <a:ln w="0"/>
                <a:solidFill>
                  <a:srgbClr val="000000"/>
                </a:solidFill>
                <a:effectLst>
                  <a:outerShdw blurRad="38100" dist="19050" dir="2700000" algn="tl" rotWithShape="0">
                    <a:srgbClr val="000000">
                      <a:alpha val="40000"/>
                    </a:srgbClr>
                  </a:outerShdw>
                </a:effectLst>
                <a:latin typeface="Times New Roman"/>
                <a:ea typeface="Calibri"/>
                <a:cs typeface="Times New Roman"/>
              </a:rPr>
              <a:t>2</a:t>
            </a:r>
            <a:r>
              <a:rPr lang="en-US" sz="2800" dirty="0">
                <a:ln w="0"/>
                <a:solidFill>
                  <a:srgbClr val="000000"/>
                </a:solidFill>
                <a:effectLst>
                  <a:outerShdw blurRad="38100" dist="19050" dir="2700000" algn="tl" rotWithShape="0">
                    <a:srgbClr val="000000">
                      <a:alpha val="40000"/>
                    </a:srgbClr>
                  </a:outerShdw>
                </a:effectLst>
                <a:latin typeface="Times New Roman"/>
                <a:ea typeface="Calibri"/>
                <a:cs typeface="Times New Roman"/>
              </a:rPr>
              <a:t>Mottravenbusiness@gmail.com</a:t>
            </a:r>
            <a:endParaRPr lang="en-US" sz="2800" dirty="0">
              <a:solidFill>
                <a:srgbClr val="000000"/>
              </a:solidFill>
              <a:ea typeface="Calibri" panose="020F0502020204030204" pitchFamily="34" charset="0"/>
              <a:cs typeface="Times New Roman" pitchFamily="18" charset="0"/>
            </a:endParaRPr>
          </a:p>
        </p:txBody>
      </p:sp>
      <p:sp>
        <p:nvSpPr>
          <p:cNvPr id="23" name="TextBox 22">
            <a:extLst>
              <a:ext uri="{FF2B5EF4-FFF2-40B4-BE49-F238E27FC236}">
                <a16:creationId xmlns:a16="http://schemas.microsoft.com/office/drawing/2014/main" id="{B180E129-6EC4-7817-78DF-7E701033B45B}"/>
              </a:ext>
            </a:extLst>
          </p:cNvPr>
          <p:cNvSpPr txBox="1"/>
          <p:nvPr/>
        </p:nvSpPr>
        <p:spPr>
          <a:xfrm>
            <a:off x="7315226" y="2827209"/>
            <a:ext cx="30224321" cy="830997"/>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800" dirty="0"/>
              <a:t>Department of</a:t>
            </a:r>
            <a:r>
              <a:rPr lang="en-US" sz="4800" dirty="0">
                <a:solidFill>
                  <a:schemeClr val="tx1"/>
                </a:solidFill>
              </a:rPr>
              <a:t> Computer Science ,College of Engineering ,Virginia State University, Petersburg, VA</a:t>
            </a:r>
            <a:endParaRPr lang="en-US" sz="4800" dirty="0">
              <a:solidFill>
                <a:schemeClr val="tx1"/>
              </a:solidFill>
              <a:cs typeface="Times New Roman"/>
            </a:endParaRPr>
          </a:p>
        </p:txBody>
      </p:sp>
      <p:sp>
        <p:nvSpPr>
          <p:cNvPr id="28" name="TextBox 27">
            <a:extLst>
              <a:ext uri="{FF2B5EF4-FFF2-40B4-BE49-F238E27FC236}">
                <a16:creationId xmlns:a16="http://schemas.microsoft.com/office/drawing/2014/main" id="{E4E7C3A4-7DE3-1A28-A15C-39D32F8ADFE8}"/>
              </a:ext>
            </a:extLst>
          </p:cNvPr>
          <p:cNvSpPr txBox="1"/>
          <p:nvPr/>
        </p:nvSpPr>
        <p:spPr>
          <a:xfrm>
            <a:off x="14305096" y="5373949"/>
            <a:ext cx="14897954" cy="10002738"/>
          </a:xfrm>
          <a:prstGeom prst="rect">
            <a:avLst/>
          </a:prstGeom>
          <a:noFill/>
        </p:spPr>
        <p:txBody>
          <a:bodyPr wrap="square" rtlCol="0">
            <a:spAutoFit/>
          </a:bodyPr>
          <a:lstStyle/>
          <a:p>
            <a:r>
              <a:rPr lang="en-US" sz="2800" b="1" dirty="0"/>
              <a:t>Mobile App Development</a:t>
            </a:r>
          </a:p>
          <a:p>
            <a:pPr marL="457200" indent="-457200">
              <a:buFont typeface="Arial" panose="020B0604020202020204" pitchFamily="34" charset="0"/>
              <a:buChar char="•"/>
            </a:pPr>
            <a:r>
              <a:rPr lang="en-US" sz="2800" dirty="0"/>
              <a:t>Completed authentication, bottom navigation, dark mode, and accessibility support.</a:t>
            </a:r>
          </a:p>
          <a:p>
            <a:pPr marL="457200" indent="-457200">
              <a:buFont typeface="Arial" panose="020B0604020202020204" pitchFamily="34" charset="0"/>
              <a:buChar char="•"/>
            </a:pPr>
            <a:r>
              <a:rPr lang="en-US" sz="2800" dirty="0"/>
              <a:t>Built </a:t>
            </a:r>
            <a:r>
              <a:rPr lang="en-US" sz="2800" b="1" dirty="0"/>
              <a:t>ASL Caption Mode</a:t>
            </a:r>
            <a:r>
              <a:rPr lang="en-US" sz="2800" dirty="0"/>
              <a:t>: upload a video → timeline captions with confidence scores.</a:t>
            </a:r>
          </a:p>
          <a:p>
            <a:pPr marL="457200" indent="-457200">
              <a:buFont typeface="Arial" panose="020B0604020202020204" pitchFamily="34" charset="0"/>
              <a:buChar char="•"/>
            </a:pPr>
            <a:r>
              <a:rPr lang="en-US" sz="2800" dirty="0"/>
              <a:t>Fully implemented </a:t>
            </a:r>
            <a:r>
              <a:rPr lang="en-US" sz="2800" b="1" dirty="0"/>
              <a:t>Reviewer Mode</a:t>
            </a:r>
            <a:r>
              <a:rPr lang="en-US" sz="2800" dirty="0"/>
              <a:t> with Approve/Reject workflows.</a:t>
            </a:r>
          </a:p>
          <a:p>
            <a:pPr marL="457200" indent="-457200">
              <a:buFont typeface="Arial" panose="020B0604020202020204" pitchFamily="34" charset="0"/>
              <a:buChar char="•"/>
            </a:pPr>
            <a:r>
              <a:rPr lang="en-US" sz="2800" dirty="0"/>
              <a:t>Added “Sync AI Model” button with version history.</a:t>
            </a:r>
          </a:p>
          <a:p>
            <a:r>
              <a:rPr lang="en-US" sz="2800" b="1" dirty="0"/>
              <a:t>AI &amp; Backend</a:t>
            </a:r>
          </a:p>
          <a:p>
            <a:pPr marL="457200" indent="-457200">
              <a:buFont typeface="Arial" panose="020B0604020202020204" pitchFamily="34" charset="0"/>
              <a:buChar char="•"/>
            </a:pPr>
            <a:r>
              <a:rPr lang="en-US" sz="2800" dirty="0"/>
              <a:t>We initialized our ASL sequence classifier using open-source LSTM weights released by Team Semaphore (</a:t>
            </a:r>
            <a:r>
              <a:rPr lang="en-US" sz="2800" dirty="0" err="1"/>
              <a:t>Synaera</a:t>
            </a:r>
            <a:r>
              <a:rPr lang="en-US" sz="2800" dirty="0"/>
              <a:t>). Using TensorFlow, we extracted a structured summary of all layer tensors and confirmed that the model contains 597,005 trainable parameters across three stacked LSTM layers and three dense layers (Figure 1). These weights serve as a baseline that we adapt and integrate into </a:t>
            </a:r>
            <a:r>
              <a:rPr lang="en-US" sz="2800" dirty="0" err="1"/>
              <a:t>Gestura’s</a:t>
            </a:r>
            <a:r>
              <a:rPr lang="en-US" sz="2800" dirty="0"/>
              <a:t> ASL captioning pipeline.</a:t>
            </a:r>
            <a:endParaRPr lang="en-US" sz="2800" b="1" dirty="0"/>
          </a:p>
          <a:p>
            <a:pPr marL="457200" indent="-457200">
              <a:buFont typeface="Arial" panose="020B0604020202020204" pitchFamily="34" charset="0"/>
              <a:buChar char="•"/>
            </a:pPr>
            <a:r>
              <a:rPr lang="en-US" sz="2800" dirty="0"/>
              <a:t>Successfully integrated gloss → English with OpenAI.</a:t>
            </a:r>
          </a:p>
          <a:p>
            <a:pPr marL="457200" indent="-457200">
              <a:buFont typeface="Arial" panose="020B0604020202020204" pitchFamily="34" charset="0"/>
              <a:buChar char="•"/>
            </a:pPr>
            <a:r>
              <a:rPr lang="en-US" sz="2800" dirty="0"/>
              <a:t>Implemented backend for ASL submissions, model logs, and validation results.</a:t>
            </a:r>
          </a:p>
          <a:p>
            <a:r>
              <a:rPr lang="en-US" sz="2800" b="1" dirty="0"/>
              <a:t>Avatar Integration</a:t>
            </a:r>
          </a:p>
          <a:p>
            <a:pPr marL="457200" indent="-457200">
              <a:buFont typeface="Arial" panose="020B0604020202020204" pitchFamily="34" charset="0"/>
              <a:buChar char="•"/>
            </a:pPr>
            <a:r>
              <a:rPr lang="en-US" sz="2800" dirty="0"/>
              <a:t>Avatar Tab UI completed; connected to AWS </a:t>
            </a:r>
            <a:r>
              <a:rPr lang="en-US" sz="2800" dirty="0" err="1"/>
              <a:t>GenASL</a:t>
            </a:r>
            <a:r>
              <a:rPr lang="en-US" sz="2800" dirty="0"/>
              <a:t> stub pending live endpoint.</a:t>
            </a:r>
          </a:p>
          <a:p>
            <a:pPr marL="457200" indent="-457200">
              <a:buFont typeface="Arial" panose="020B0604020202020204" pitchFamily="34" charset="0"/>
              <a:buChar char="•"/>
            </a:pPr>
            <a:r>
              <a:rPr lang="en-US" sz="2800" dirty="0"/>
              <a:t>Built full request/response contract for rendering ASL video animations.</a:t>
            </a:r>
          </a:p>
          <a:p>
            <a:r>
              <a:rPr lang="en-US" sz="2800" b="1" dirty="0"/>
              <a:t>User Guidance &amp; Community Dataset</a:t>
            </a:r>
          </a:p>
          <a:p>
            <a:pPr marL="457200" indent="-457200">
              <a:buFont typeface="Arial" panose="020B0604020202020204" pitchFamily="34" charset="0"/>
              <a:buChar char="•"/>
            </a:pPr>
            <a:r>
              <a:rPr lang="en-US" sz="2800" dirty="0"/>
              <a:t>Designed guided ASL capture flow with framing/lighting checks.</a:t>
            </a:r>
          </a:p>
          <a:p>
            <a:pPr marL="457200" indent="-457200">
              <a:buFont typeface="Arial" panose="020B0604020202020204" pitchFamily="34" charset="0"/>
              <a:buChar char="•"/>
            </a:pPr>
            <a:r>
              <a:rPr lang="en-US" sz="2800" dirty="0"/>
              <a:t>Built contributor dashboard to track accepted gestures and pass rates.</a:t>
            </a:r>
          </a:p>
          <a:p>
            <a:r>
              <a:rPr lang="en-US" sz="2800" b="1" dirty="0"/>
              <a:t>Documentation &amp; Research</a:t>
            </a:r>
          </a:p>
          <a:p>
            <a:pPr marL="457200" indent="-457200">
              <a:buFont typeface="Arial" panose="020B0604020202020204" pitchFamily="34" charset="0"/>
              <a:buChar char="•"/>
            </a:pPr>
            <a:r>
              <a:rPr lang="en-US" sz="2800" dirty="0"/>
              <a:t>Completed proposal, literature review, technical diagrams, and GitHub README.</a:t>
            </a:r>
          </a:p>
          <a:p>
            <a:pPr marL="457200" indent="-457200">
              <a:buFont typeface="Arial" panose="020B0604020202020204" pitchFamily="34" charset="0"/>
              <a:buChar char="•"/>
            </a:pPr>
            <a:r>
              <a:rPr lang="en-US" sz="2800" dirty="0"/>
              <a:t>Weekly logs (W1–W12) completed with evidence and advisor alignment.</a:t>
            </a:r>
          </a:p>
          <a:p>
            <a:endParaRPr lang="en-US" sz="2800" dirty="0"/>
          </a:p>
        </p:txBody>
      </p:sp>
      <p:pic>
        <p:nvPicPr>
          <p:cNvPr id="41" name="Picture 40">
            <a:extLst>
              <a:ext uri="{FF2B5EF4-FFF2-40B4-BE49-F238E27FC236}">
                <a16:creationId xmlns:a16="http://schemas.microsoft.com/office/drawing/2014/main" id="{CC9305BE-31BB-8F9F-36FC-1FB6232D947C}"/>
              </a:ext>
            </a:extLst>
          </p:cNvPr>
          <p:cNvPicPr>
            <a:picLocks noChangeAspect="1"/>
          </p:cNvPicPr>
          <p:nvPr/>
        </p:nvPicPr>
        <p:blipFill>
          <a:blip r:embed="rId3"/>
          <a:stretch>
            <a:fillRect/>
          </a:stretch>
        </p:blipFill>
        <p:spPr>
          <a:xfrm>
            <a:off x="83136" y="12424899"/>
            <a:ext cx="13538990" cy="4952531"/>
          </a:xfrm>
          <a:prstGeom prst="rect">
            <a:avLst/>
          </a:prstGeom>
        </p:spPr>
      </p:pic>
      <p:graphicFrame>
        <p:nvGraphicFramePr>
          <p:cNvPr id="42" name="Table 41">
            <a:extLst>
              <a:ext uri="{FF2B5EF4-FFF2-40B4-BE49-F238E27FC236}">
                <a16:creationId xmlns:a16="http://schemas.microsoft.com/office/drawing/2014/main" id="{5FC71F79-FFAF-DEEE-AAD2-CEF1C1D00356}"/>
              </a:ext>
            </a:extLst>
          </p:cNvPr>
          <p:cNvGraphicFramePr>
            <a:graphicFrameLocks noGrp="1"/>
          </p:cNvGraphicFramePr>
          <p:nvPr>
            <p:extLst>
              <p:ext uri="{D42A27DB-BD31-4B8C-83A1-F6EECF244321}">
                <p14:modId xmlns:p14="http://schemas.microsoft.com/office/powerpoint/2010/main" val="1457022054"/>
              </p:ext>
            </p:extLst>
          </p:nvPr>
        </p:nvGraphicFramePr>
        <p:xfrm>
          <a:off x="4021719" y="25124535"/>
          <a:ext cx="9933623" cy="4218286"/>
        </p:xfrm>
        <a:graphic>
          <a:graphicData uri="http://schemas.openxmlformats.org/drawingml/2006/table">
            <a:tbl>
              <a:tblPr/>
              <a:tblGrid>
                <a:gridCol w="2206972">
                  <a:extLst>
                    <a:ext uri="{9D8B030D-6E8A-4147-A177-3AD203B41FA5}">
                      <a16:colId xmlns:a16="http://schemas.microsoft.com/office/drawing/2014/main" val="420060180"/>
                    </a:ext>
                  </a:extLst>
                </a:gridCol>
                <a:gridCol w="5018704">
                  <a:extLst>
                    <a:ext uri="{9D8B030D-6E8A-4147-A177-3AD203B41FA5}">
                      <a16:colId xmlns:a16="http://schemas.microsoft.com/office/drawing/2014/main" val="1795562408"/>
                    </a:ext>
                  </a:extLst>
                </a:gridCol>
                <a:gridCol w="867865">
                  <a:extLst>
                    <a:ext uri="{9D8B030D-6E8A-4147-A177-3AD203B41FA5}">
                      <a16:colId xmlns:a16="http://schemas.microsoft.com/office/drawing/2014/main" val="434784946"/>
                    </a:ext>
                  </a:extLst>
                </a:gridCol>
                <a:gridCol w="1840082">
                  <a:extLst>
                    <a:ext uri="{9D8B030D-6E8A-4147-A177-3AD203B41FA5}">
                      <a16:colId xmlns:a16="http://schemas.microsoft.com/office/drawing/2014/main" val="1598817307"/>
                    </a:ext>
                  </a:extLst>
                </a:gridCol>
              </a:tblGrid>
              <a:tr h="0">
                <a:tc>
                  <a:txBody>
                    <a:bodyPr/>
                    <a:lstStyle/>
                    <a:p>
                      <a:pPr>
                        <a:buNone/>
                      </a:pPr>
                      <a:r>
                        <a:rPr lang="en-US" sz="2400" dirty="0" err="1"/>
                        <a:t>Blocka</a:t>
                      </a:r>
                      <a:endParaRPr lang="en-US" sz="24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dirty="0"/>
                        <a:t>Layer type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a:t>Units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a:t>Parameters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extLst>
                  <a:ext uri="{0D108BD9-81ED-4DB2-BD59-A6C34878D82A}">
                    <a16:rowId xmlns:a16="http://schemas.microsoft.com/office/drawing/2014/main" val="708057029"/>
                  </a:ext>
                </a:extLst>
              </a:tr>
              <a:tr h="528381">
                <a:tc>
                  <a:txBody>
                    <a:bodyPr/>
                    <a:lstStyle/>
                    <a:p>
                      <a:pPr>
                        <a:buNone/>
                      </a:pPr>
                      <a:r>
                        <a:rPr lang="en-US" sz="2400"/>
                        <a:t>LSTM-1</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dirty="0"/>
                        <a:t>LSTM (time-series encoder)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dirty="0"/>
                        <a:t>64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a:t>442,112</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extLst>
                  <a:ext uri="{0D108BD9-81ED-4DB2-BD59-A6C34878D82A}">
                    <a16:rowId xmlns:a16="http://schemas.microsoft.com/office/drawing/2014/main" val="433706219"/>
                  </a:ext>
                </a:extLst>
              </a:tr>
              <a:tr h="528381">
                <a:tc>
                  <a:txBody>
                    <a:bodyPr/>
                    <a:lstStyle/>
                    <a:p>
                      <a:pPr>
                        <a:buNone/>
                      </a:pPr>
                      <a:r>
                        <a:rPr lang="en-US" sz="2400"/>
                        <a:t>LSTM-2</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a:t>LSTM (temporal expansion)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a:t>128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dirty="0"/>
                        <a:t>98,816</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extLst>
                  <a:ext uri="{0D108BD9-81ED-4DB2-BD59-A6C34878D82A}">
                    <a16:rowId xmlns:a16="http://schemas.microsoft.com/office/drawing/2014/main" val="922390848"/>
                  </a:ext>
                </a:extLst>
              </a:tr>
              <a:tr h="528381">
                <a:tc>
                  <a:txBody>
                    <a:bodyPr/>
                    <a:lstStyle/>
                    <a:p>
                      <a:pPr>
                        <a:buNone/>
                      </a:pPr>
                      <a:r>
                        <a:rPr lang="en-US" sz="2400"/>
                        <a:t>LSTM-3</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a:t>LSTM (temporal compression)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dirty="0"/>
                        <a:t>64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dirty="0"/>
                        <a:t>49,408</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extLst>
                  <a:ext uri="{0D108BD9-81ED-4DB2-BD59-A6C34878D82A}">
                    <a16:rowId xmlns:a16="http://schemas.microsoft.com/office/drawing/2014/main" val="3101026616"/>
                  </a:ext>
                </a:extLst>
              </a:tr>
              <a:tr h="590800">
                <a:tc>
                  <a:txBody>
                    <a:bodyPr/>
                    <a:lstStyle/>
                    <a:p>
                      <a:pPr>
                        <a:buNone/>
                      </a:pPr>
                      <a:r>
                        <a:rPr lang="en-US" sz="2400"/>
                        <a:t>Dense-1</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dirty="0"/>
                        <a:t>Fully connected (feature mixing)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dirty="0"/>
                        <a:t>64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a:t>4,160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extLst>
                  <a:ext uri="{0D108BD9-81ED-4DB2-BD59-A6C34878D82A}">
                    <a16:rowId xmlns:a16="http://schemas.microsoft.com/office/drawing/2014/main" val="2098401192"/>
                  </a:ext>
                </a:extLst>
              </a:tr>
              <a:tr h="528381">
                <a:tc>
                  <a:txBody>
                    <a:bodyPr/>
                    <a:lstStyle/>
                    <a:p>
                      <a:pPr>
                        <a:buNone/>
                      </a:pPr>
                      <a:r>
                        <a:rPr lang="en-US" sz="2400"/>
                        <a:t>Dense-2</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dirty="0"/>
                        <a:t>Fully connected (bottleneck)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dirty="0"/>
                        <a:t>32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a:t>2,080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extLst>
                  <a:ext uri="{0D108BD9-81ED-4DB2-BD59-A6C34878D82A}">
                    <a16:rowId xmlns:a16="http://schemas.microsoft.com/office/drawing/2014/main" val="428529768"/>
                  </a:ext>
                </a:extLst>
              </a:tr>
              <a:tr h="528381">
                <a:tc>
                  <a:txBody>
                    <a:bodyPr/>
                    <a:lstStyle/>
                    <a:p>
                      <a:pPr>
                        <a:buNone/>
                      </a:pPr>
                      <a:r>
                        <a:rPr lang="en-US" sz="2400" dirty="0"/>
                        <a:t>Output</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dirty="0" err="1"/>
                        <a:t>Softmax</a:t>
                      </a:r>
                      <a:r>
                        <a:rPr lang="en-US" sz="2400" dirty="0"/>
                        <a:t> classification (13 glosses)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dirty="0"/>
                        <a:t>13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dirty="0"/>
                        <a:t>429</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extLst>
                  <a:ext uri="{0D108BD9-81ED-4DB2-BD59-A6C34878D82A}">
                    <a16:rowId xmlns:a16="http://schemas.microsoft.com/office/drawing/2014/main" val="4216018198"/>
                  </a:ext>
                </a:extLst>
              </a:tr>
              <a:tr h="528381">
                <a:tc>
                  <a:txBody>
                    <a:bodyPr/>
                    <a:lstStyle/>
                    <a:p>
                      <a:pPr>
                        <a:buNone/>
                      </a:pPr>
                      <a:r>
                        <a:rPr lang="en-US" sz="2400" b="1" dirty="0"/>
                        <a:t>Total</a:t>
                      </a:r>
                      <a:endParaRPr lang="en-US" sz="24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dirty="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a:buNone/>
                      </a:pPr>
                      <a:r>
                        <a:rPr lang="en-US" sz="2400" b="1" dirty="0"/>
                        <a:t>597,005</a:t>
                      </a:r>
                      <a:endParaRPr 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extLst>
                  <a:ext uri="{0D108BD9-81ED-4DB2-BD59-A6C34878D82A}">
                    <a16:rowId xmlns:a16="http://schemas.microsoft.com/office/drawing/2014/main" val="1796983174"/>
                  </a:ext>
                </a:extLst>
              </a:tr>
            </a:tbl>
          </a:graphicData>
        </a:graphic>
      </p:graphicFrame>
      <p:sp>
        <p:nvSpPr>
          <p:cNvPr id="49" name="TextBox 48">
            <a:extLst>
              <a:ext uri="{FF2B5EF4-FFF2-40B4-BE49-F238E27FC236}">
                <a16:creationId xmlns:a16="http://schemas.microsoft.com/office/drawing/2014/main" id="{8AE14204-9F8A-546A-F8B6-A45B3205B2AA}"/>
              </a:ext>
            </a:extLst>
          </p:cNvPr>
          <p:cNvSpPr txBox="1"/>
          <p:nvPr/>
        </p:nvSpPr>
        <p:spPr>
          <a:xfrm rot="10800000" flipV="1">
            <a:off x="243747" y="25124535"/>
            <a:ext cx="3687249" cy="4401205"/>
          </a:xfrm>
          <a:prstGeom prst="rect">
            <a:avLst/>
          </a:prstGeom>
          <a:noFill/>
        </p:spPr>
        <p:txBody>
          <a:bodyPr wrap="square" rtlCol="0">
            <a:spAutoFit/>
          </a:bodyPr>
          <a:lstStyle/>
          <a:p>
            <a:r>
              <a:rPr lang="en-US" sz="2000" b="1" dirty="0"/>
              <a:t>Figure 1.</a:t>
            </a:r>
            <a:r>
              <a:rPr lang="en-US" sz="2000" dirty="0"/>
              <a:t> Pretrained ASL sequence model from Team Semaphore used as an initialization point for </a:t>
            </a:r>
            <a:r>
              <a:rPr lang="en-US" sz="2000" dirty="0" err="1"/>
              <a:t>Gestura</a:t>
            </a:r>
            <a:r>
              <a:rPr lang="en-US" sz="2000" dirty="0"/>
              <a:t>. The network consists of a 3-layer LSTM stack (64 → 128 → 64 units) followed by three dense layers, producing probabilities over 13 ASL gloss classes. In total, the model contains </a:t>
            </a:r>
            <a:r>
              <a:rPr lang="en-US" sz="2000" b="1" dirty="0"/>
              <a:t>597,005 trainable parameters</a:t>
            </a:r>
            <a:r>
              <a:rPr lang="en-US" sz="2000" dirty="0"/>
              <a:t>, which we further adapt and fine-tune for </a:t>
            </a:r>
            <a:r>
              <a:rPr lang="en-US" sz="2000" dirty="0" err="1"/>
              <a:t>Gestura’s</a:t>
            </a:r>
            <a:r>
              <a:rPr lang="en-US" sz="2000" dirty="0"/>
              <a:t> video-based ASL captioning pipeline.</a:t>
            </a:r>
          </a:p>
        </p:txBody>
      </p:sp>
      <p:pic>
        <p:nvPicPr>
          <p:cNvPr id="1034" name="Picture 10" descr="Virginia State University - Wikipedia">
            <a:extLst>
              <a:ext uri="{FF2B5EF4-FFF2-40B4-BE49-F238E27FC236}">
                <a16:creationId xmlns:a16="http://schemas.microsoft.com/office/drawing/2014/main" id="{1492365A-531E-AAF1-F9EB-ED27C4EAC8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77567" y="922911"/>
            <a:ext cx="28575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Virginia State University ...">
            <a:extLst>
              <a:ext uri="{FF2B5EF4-FFF2-40B4-BE49-F238E27FC236}">
                <a16:creationId xmlns:a16="http://schemas.microsoft.com/office/drawing/2014/main" id="{55472D4B-45BE-8D0F-B9D7-4B8F60447CF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7554" y="1050021"/>
            <a:ext cx="7572197" cy="2318401"/>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Programming Language ...">
            <a:extLst>
              <a:ext uri="{FF2B5EF4-FFF2-40B4-BE49-F238E27FC236}">
                <a16:creationId xmlns:a16="http://schemas.microsoft.com/office/drawing/2014/main" id="{70E326A6-B0BD-9BBC-73E5-49BD47B17D4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598841" y="15873866"/>
            <a:ext cx="2263592" cy="150631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Firebase Brand Guidelines">
            <a:extLst>
              <a:ext uri="{FF2B5EF4-FFF2-40B4-BE49-F238E27FC236}">
                <a16:creationId xmlns:a16="http://schemas.microsoft.com/office/drawing/2014/main" id="{F5F2CACA-EF48-C493-6E4B-DB22F65C3A8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592099" y="15730239"/>
            <a:ext cx="1926825" cy="1926825"/>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Kotlin Programming language">
            <a:extLst>
              <a:ext uri="{FF2B5EF4-FFF2-40B4-BE49-F238E27FC236}">
                <a16:creationId xmlns:a16="http://schemas.microsoft.com/office/drawing/2014/main" id="{89E0D6B0-2361-409B-C2EC-F6062FB184A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320686" y="15485419"/>
            <a:ext cx="1926825" cy="1926825"/>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Android Studio - Wikipedia">
            <a:extLst>
              <a:ext uri="{FF2B5EF4-FFF2-40B4-BE49-F238E27FC236}">
                <a16:creationId xmlns:a16="http://schemas.microsoft.com/office/drawing/2014/main" id="{19D1C288-8C5D-D4E0-5C77-C19FE6141B2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209521" y="15622509"/>
            <a:ext cx="1926825" cy="1926825"/>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Visual Studio Code - Download and ...">
            <a:extLst>
              <a:ext uri="{FF2B5EF4-FFF2-40B4-BE49-F238E27FC236}">
                <a16:creationId xmlns:a16="http://schemas.microsoft.com/office/drawing/2014/main" id="{45A77147-F223-6CD3-F0F4-1D1D582A64E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298129" y="16018061"/>
            <a:ext cx="1329343" cy="1519408"/>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Figma | Slack Marketplace">
            <a:extLst>
              <a:ext uri="{FF2B5EF4-FFF2-40B4-BE49-F238E27FC236}">
                <a16:creationId xmlns:a16="http://schemas.microsoft.com/office/drawing/2014/main" id="{44616480-8A17-EC44-530C-2E1EA5C4A64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652986" y="15772080"/>
            <a:ext cx="2407581" cy="1819251"/>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descr="Amazon Web Services (AWS) - inovex GmbH">
            <a:extLst>
              <a:ext uri="{FF2B5EF4-FFF2-40B4-BE49-F238E27FC236}">
                <a16:creationId xmlns:a16="http://schemas.microsoft.com/office/drawing/2014/main" id="{A5100489-7618-1DD6-7022-59757AE8E8E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914367" y="15873866"/>
            <a:ext cx="1926825" cy="1639569"/>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descr="GitHub - Wikipedia">
            <a:extLst>
              <a:ext uri="{FF2B5EF4-FFF2-40B4-BE49-F238E27FC236}">
                <a16:creationId xmlns:a16="http://schemas.microsoft.com/office/drawing/2014/main" id="{7CF1D2D0-025E-D607-5A59-976D7534DBD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187374" y="15781605"/>
            <a:ext cx="1639569" cy="1639569"/>
          </a:xfrm>
          <a:prstGeom prst="rect">
            <a:avLst/>
          </a:prstGeom>
          <a:noFill/>
          <a:extLst>
            <a:ext uri="{909E8E84-426E-40DD-AFC4-6F175D3DCCD1}">
              <a14:hiddenFill xmlns:a14="http://schemas.microsoft.com/office/drawing/2010/main">
                <a:solidFill>
                  <a:srgbClr val="FFFFFF"/>
                </a:solidFill>
              </a14:hiddenFill>
            </a:ext>
          </a:extLst>
        </p:spPr>
      </p:pic>
      <p:sp>
        <p:nvSpPr>
          <p:cNvPr id="1032" name="TextBox 1031">
            <a:extLst>
              <a:ext uri="{FF2B5EF4-FFF2-40B4-BE49-F238E27FC236}">
                <a16:creationId xmlns:a16="http://schemas.microsoft.com/office/drawing/2014/main" id="{BAB9EF59-3CF1-306A-BD8F-D12C06405854}"/>
              </a:ext>
            </a:extLst>
          </p:cNvPr>
          <p:cNvSpPr txBox="1"/>
          <p:nvPr/>
        </p:nvSpPr>
        <p:spPr>
          <a:xfrm>
            <a:off x="22649552" y="15126568"/>
            <a:ext cx="6165470" cy="15973604"/>
          </a:xfrm>
          <a:prstGeom prst="rect">
            <a:avLst/>
          </a:prstGeom>
          <a:gradFill>
            <a:gsLst>
              <a:gs pos="0">
                <a:srgbClr val="FFC000"/>
              </a:gs>
              <a:gs pos="52000">
                <a:srgbClr val="4977C6"/>
              </a:gs>
              <a:gs pos="97000">
                <a:schemeClr val="accent2"/>
              </a:gs>
              <a:gs pos="100000">
                <a:schemeClr val="accent2"/>
              </a:gs>
            </a:gsLst>
            <a:lin ang="5400000" scaled="0"/>
          </a:gradFill>
        </p:spPr>
        <p:txBody>
          <a:bodyPr wrap="none" rtlCol="0">
            <a:spAutoFit/>
          </a:bodyPr>
          <a:lstStyle/>
          <a:p>
            <a:r>
              <a:rPr lang="en-US" sz="2400" dirty="0"/>
              <a:t>{</a:t>
            </a:r>
          </a:p>
          <a:p>
            <a:r>
              <a:rPr lang="en-US" sz="2400" dirty="0"/>
              <a:t>  "users": {</a:t>
            </a:r>
          </a:p>
          <a:p>
            <a:r>
              <a:rPr lang="en-US" sz="2400" dirty="0"/>
              <a:t>    "uid_123": {</a:t>
            </a:r>
          </a:p>
          <a:p>
            <a:r>
              <a:rPr lang="en-US" sz="2400" dirty="0"/>
              <a:t>      "</a:t>
            </a:r>
            <a:r>
              <a:rPr lang="en-US" sz="2400" dirty="0" err="1"/>
              <a:t>userEmail</a:t>
            </a:r>
            <a:r>
              <a:rPr lang="en-US" sz="2400" dirty="0"/>
              <a:t>": "</a:t>
            </a:r>
            <a:r>
              <a:rPr lang="en-US" sz="2400" dirty="0" err="1"/>
              <a:t>admin@gmail.com</a:t>
            </a:r>
            <a:r>
              <a:rPr lang="en-US" sz="2400" dirty="0"/>
              <a:t>",</a:t>
            </a:r>
          </a:p>
          <a:p>
            <a:r>
              <a:rPr lang="en-US" sz="2400" dirty="0"/>
              <a:t>      "</a:t>
            </a:r>
            <a:r>
              <a:rPr lang="en-US" sz="2400" dirty="0" err="1"/>
              <a:t>acceptedContributions</a:t>
            </a:r>
            <a:r>
              <a:rPr lang="en-US" sz="2400" dirty="0"/>
              <a:t>": 3,</a:t>
            </a:r>
          </a:p>
          <a:p>
            <a:r>
              <a:rPr lang="en-US" sz="2400" dirty="0"/>
              <a:t>      "</a:t>
            </a:r>
            <a:r>
              <a:rPr lang="en-US" sz="2400" dirty="0" err="1"/>
              <a:t>pendingContributions</a:t>
            </a:r>
            <a:r>
              <a:rPr lang="en-US" sz="2400" dirty="0"/>
              <a:t>": 0,</a:t>
            </a:r>
          </a:p>
          <a:p>
            <a:r>
              <a:rPr lang="en-US" sz="2400" dirty="0"/>
              <a:t>      "</a:t>
            </a:r>
            <a:r>
              <a:rPr lang="en-US" sz="2400" dirty="0" err="1"/>
              <a:t>totalContributions</a:t>
            </a:r>
            <a:r>
              <a:rPr lang="en-US" sz="2400" dirty="0"/>
              <a:t>": 3,</a:t>
            </a:r>
          </a:p>
          <a:p>
            <a:r>
              <a:rPr lang="en-US" sz="2400" dirty="0"/>
              <a:t>      "accuracy": 100.0</a:t>
            </a:r>
          </a:p>
          <a:p>
            <a:r>
              <a:rPr lang="en-US" sz="2400" dirty="0"/>
              <a:t>    }</a:t>
            </a:r>
          </a:p>
          <a:p>
            <a:r>
              <a:rPr lang="en-US" sz="2400" dirty="0"/>
              <a:t>  },</a:t>
            </a:r>
          </a:p>
          <a:p>
            <a:endParaRPr lang="en-US" sz="2400" dirty="0"/>
          </a:p>
          <a:p>
            <a:r>
              <a:rPr lang="en-US" sz="2400" dirty="0"/>
              <a:t>  "</a:t>
            </a:r>
            <a:r>
              <a:rPr lang="en-US" sz="2400" dirty="0" err="1"/>
              <a:t>asl_review</a:t>
            </a:r>
            <a:r>
              <a:rPr lang="en-US" sz="2400"/>
              <a:t>"</a:t>
            </a:r>
            <a:endParaRPr lang="en-US" sz="2400" dirty="0"/>
          </a:p>
          <a:p>
            <a:r>
              <a:rPr lang="en-US" sz="2400" dirty="0"/>
              <a:t>    "rev_001": {</a:t>
            </a:r>
          </a:p>
          <a:p>
            <a:r>
              <a:rPr lang="en-US" sz="2400" dirty="0"/>
              <a:t>      "id": "rev_001",</a:t>
            </a:r>
          </a:p>
          <a:p>
            <a:r>
              <a:rPr lang="en-US" sz="2400" dirty="0"/>
              <a:t>      "</a:t>
            </a:r>
            <a:r>
              <a:rPr lang="en-US" sz="2400" dirty="0" err="1"/>
              <a:t>userEmail</a:t>
            </a:r>
            <a:r>
              <a:rPr lang="en-US" sz="2400" dirty="0"/>
              <a:t>": "</a:t>
            </a:r>
            <a:r>
              <a:rPr lang="en-US" sz="2400" dirty="0" err="1"/>
              <a:t>admin@gmail.com</a:t>
            </a:r>
            <a:r>
              <a:rPr lang="en-US" sz="2400" dirty="0"/>
              <a:t>",</a:t>
            </a:r>
          </a:p>
          <a:p>
            <a:r>
              <a:rPr lang="en-US" sz="2400" dirty="0"/>
              <a:t>      "</a:t>
            </a:r>
            <a:r>
              <a:rPr lang="en-US" sz="2400" dirty="0" err="1"/>
              <a:t>predictedLabel</a:t>
            </a:r>
            <a:r>
              <a:rPr lang="en-US" sz="2400" dirty="0"/>
              <a:t>": "HELLO",</a:t>
            </a:r>
          </a:p>
          <a:p>
            <a:r>
              <a:rPr lang="en-US" sz="2400" dirty="0"/>
              <a:t>      "word": "Hello",</a:t>
            </a:r>
          </a:p>
          <a:p>
            <a:r>
              <a:rPr lang="en-US" sz="2400" dirty="0"/>
              <a:t>      "</a:t>
            </a:r>
            <a:r>
              <a:rPr lang="en-US" sz="2400" dirty="0" err="1"/>
              <a:t>keypoints</a:t>
            </a:r>
            <a:r>
              <a:rPr lang="en-US" sz="2400" dirty="0"/>
              <a:t>": [0.5039, 0.3341, 0.0276, "..."],</a:t>
            </a:r>
          </a:p>
          <a:p>
            <a:r>
              <a:rPr lang="en-US" sz="2400" dirty="0"/>
              <a:t>      "confidence": 0.96,</a:t>
            </a:r>
          </a:p>
          <a:p>
            <a:r>
              <a:rPr lang="en-US" sz="2400" dirty="0"/>
              <a:t>      "</a:t>
            </a:r>
            <a:r>
              <a:rPr lang="en-US" sz="2400" dirty="0" err="1"/>
              <a:t>createdAt</a:t>
            </a:r>
            <a:r>
              <a:rPr lang="en-US" sz="2400" dirty="0"/>
              <a:t>": "2025-11-18T02:30:00Z",</a:t>
            </a:r>
          </a:p>
          <a:p>
            <a:r>
              <a:rPr lang="en-US" sz="2400" dirty="0"/>
              <a:t>      "status": "pending"</a:t>
            </a:r>
          </a:p>
          <a:p>
            <a:r>
              <a:rPr lang="en-US" sz="2400" dirty="0"/>
              <a:t>    }</a:t>
            </a:r>
          </a:p>
          <a:p>
            <a:r>
              <a:rPr lang="en-US" sz="2400" dirty="0"/>
              <a:t>  },</a:t>
            </a:r>
          </a:p>
          <a:p>
            <a:endParaRPr lang="en-US" sz="2400" dirty="0"/>
          </a:p>
          <a:p>
            <a:r>
              <a:rPr lang="en-US" sz="2400" dirty="0"/>
              <a:t>  "</a:t>
            </a:r>
            <a:r>
              <a:rPr lang="en-US" sz="2400" dirty="0" err="1"/>
              <a:t>asl_accepted</a:t>
            </a:r>
            <a:r>
              <a:rPr lang="en-US" sz="2400" dirty="0"/>
              <a:t>": {</a:t>
            </a:r>
          </a:p>
          <a:p>
            <a:r>
              <a:rPr lang="en-US" sz="2400" dirty="0"/>
              <a:t>    "acc_001": {</a:t>
            </a:r>
          </a:p>
          <a:p>
            <a:r>
              <a:rPr lang="en-US" sz="2400" dirty="0"/>
              <a:t>      "id": "acc_001",</a:t>
            </a:r>
          </a:p>
          <a:p>
            <a:r>
              <a:rPr lang="en-US" sz="2400" dirty="0"/>
              <a:t>      "</a:t>
            </a:r>
            <a:r>
              <a:rPr lang="en-US" sz="2400" dirty="0" err="1"/>
              <a:t>predictedLabel</a:t>
            </a:r>
            <a:r>
              <a:rPr lang="en-US" sz="2400" dirty="0"/>
              <a:t>": "HELLO",</a:t>
            </a:r>
          </a:p>
          <a:p>
            <a:r>
              <a:rPr lang="en-US" sz="2400" dirty="0"/>
              <a:t>      "word": "Hello",</a:t>
            </a:r>
          </a:p>
          <a:p>
            <a:r>
              <a:rPr lang="en-US" sz="2400" dirty="0"/>
              <a:t>      "</a:t>
            </a:r>
            <a:r>
              <a:rPr lang="en-US" sz="2400" dirty="0" err="1"/>
              <a:t>keypoints</a:t>
            </a:r>
            <a:r>
              <a:rPr lang="en-US" sz="2400" dirty="0"/>
              <a:t>": [0.5039, 0.3341, 0.0276, "..."],</a:t>
            </a:r>
          </a:p>
          <a:p>
            <a:r>
              <a:rPr lang="en-US" sz="2400" dirty="0"/>
              <a:t>      "confidence": 0.96,</a:t>
            </a:r>
          </a:p>
          <a:p>
            <a:r>
              <a:rPr lang="en-US" sz="2400" dirty="0"/>
              <a:t>      "</a:t>
            </a:r>
            <a:r>
              <a:rPr lang="en-US" sz="2400" dirty="0" err="1"/>
              <a:t>createdAt</a:t>
            </a:r>
            <a:r>
              <a:rPr lang="en-US" sz="2400" dirty="0"/>
              <a:t>": "2025-11-18T02:35:00Z"</a:t>
            </a:r>
          </a:p>
          <a:p>
            <a:r>
              <a:rPr lang="en-US" sz="2400" dirty="0"/>
              <a:t>    }</a:t>
            </a:r>
          </a:p>
          <a:p>
            <a:r>
              <a:rPr lang="en-US" sz="2400" dirty="0"/>
              <a:t>  },</a:t>
            </a:r>
          </a:p>
          <a:p>
            <a:endParaRPr lang="en-US" sz="2400" dirty="0"/>
          </a:p>
          <a:p>
            <a:r>
              <a:rPr lang="en-US" sz="2400" dirty="0"/>
              <a:t>  "</a:t>
            </a:r>
            <a:r>
              <a:rPr lang="en-US" sz="2400" dirty="0" err="1"/>
              <a:t>asl_reference</a:t>
            </a:r>
            <a:r>
              <a:rPr lang="en-US" sz="2400" dirty="0"/>
              <a:t>": {</a:t>
            </a:r>
          </a:p>
          <a:p>
            <a:r>
              <a:rPr lang="en-US" sz="2400" dirty="0"/>
              <a:t>    "hello": {</a:t>
            </a:r>
          </a:p>
          <a:p>
            <a:r>
              <a:rPr lang="en-US" sz="2400" dirty="0"/>
              <a:t>      "Word": "Hello",</a:t>
            </a:r>
          </a:p>
          <a:p>
            <a:r>
              <a:rPr lang="en-US" sz="2400" dirty="0"/>
              <a:t>      "</a:t>
            </a:r>
            <a:r>
              <a:rPr lang="en-US" sz="2400" dirty="0" err="1"/>
              <a:t>storagePath</a:t>
            </a:r>
            <a:r>
              <a:rPr lang="en-US" sz="2400" dirty="0"/>
              <a:t>": "</a:t>
            </a:r>
            <a:r>
              <a:rPr lang="en-US" sz="2400" dirty="0" err="1"/>
              <a:t>reference_videos</a:t>
            </a:r>
            <a:r>
              <a:rPr lang="en-US" sz="2400" dirty="0"/>
              <a:t>/hello.mp4"</a:t>
            </a:r>
          </a:p>
          <a:p>
            <a:r>
              <a:rPr lang="en-US" sz="2400" dirty="0"/>
              <a:t>    }</a:t>
            </a:r>
          </a:p>
          <a:p>
            <a:r>
              <a:rPr lang="en-US" sz="2400" dirty="0"/>
              <a:t>  }</a:t>
            </a:r>
          </a:p>
          <a:p>
            <a:r>
              <a:rPr lang="en-US" sz="2400" dirty="0"/>
              <a:t>}</a:t>
            </a:r>
          </a:p>
          <a:p>
            <a:endParaRPr lang="en-US" sz="2400" dirty="0"/>
          </a:p>
        </p:txBody>
      </p:sp>
      <p:sp>
        <p:nvSpPr>
          <p:cNvPr id="1033" name="TextBox 1032">
            <a:extLst>
              <a:ext uri="{FF2B5EF4-FFF2-40B4-BE49-F238E27FC236}">
                <a16:creationId xmlns:a16="http://schemas.microsoft.com/office/drawing/2014/main" id="{D64A478A-E594-DC9F-771E-70AE2209839B}"/>
              </a:ext>
            </a:extLst>
          </p:cNvPr>
          <p:cNvSpPr txBox="1"/>
          <p:nvPr/>
        </p:nvSpPr>
        <p:spPr>
          <a:xfrm flipH="1">
            <a:off x="22649552" y="31071741"/>
            <a:ext cx="6165470" cy="1261884"/>
          </a:xfrm>
          <a:prstGeom prst="rect">
            <a:avLst/>
          </a:prstGeom>
          <a:noFill/>
        </p:spPr>
        <p:txBody>
          <a:bodyPr wrap="square" rtlCol="0">
            <a:spAutoFit/>
          </a:bodyPr>
          <a:lstStyle/>
          <a:p>
            <a:r>
              <a:rPr lang="en-US" b="1" dirty="0"/>
              <a:t>Figure 2.</a:t>
            </a:r>
            <a:r>
              <a:rPr lang="en-US" dirty="0"/>
              <a:t> Simplified Firebase Firestore schema for </a:t>
            </a:r>
            <a:r>
              <a:rPr lang="en-US" dirty="0" err="1"/>
              <a:t>Gestura</a:t>
            </a:r>
            <a:r>
              <a:rPr lang="en-US" dirty="0"/>
              <a:t>. Reviewer-validated ASL submissions move from </a:t>
            </a:r>
            <a:r>
              <a:rPr lang="en-US" dirty="0" err="1"/>
              <a:t>asl_review</a:t>
            </a:r>
            <a:r>
              <a:rPr lang="en-US" dirty="0"/>
              <a:t> to </a:t>
            </a:r>
            <a:r>
              <a:rPr lang="en-US" dirty="0" err="1"/>
              <a:t>asl_accepted</a:t>
            </a:r>
            <a:r>
              <a:rPr lang="en-US" dirty="0"/>
              <a:t>, while users tracks contributor statistics and </a:t>
            </a:r>
            <a:r>
              <a:rPr lang="en-US" dirty="0" err="1"/>
              <a:t>asl_reference</a:t>
            </a:r>
            <a:r>
              <a:rPr lang="en-US" dirty="0"/>
              <a:t> stores canonical example videos for key signs.</a:t>
            </a:r>
          </a:p>
        </p:txBody>
      </p:sp>
      <p:sp>
        <p:nvSpPr>
          <p:cNvPr id="1035" name="Rectangle 1034">
            <a:extLst>
              <a:ext uri="{FF2B5EF4-FFF2-40B4-BE49-F238E27FC236}">
                <a16:creationId xmlns:a16="http://schemas.microsoft.com/office/drawing/2014/main" id="{206942BA-85E0-EF79-2E50-B49823C00C93}"/>
              </a:ext>
            </a:extLst>
          </p:cNvPr>
          <p:cNvSpPr/>
          <p:nvPr/>
        </p:nvSpPr>
        <p:spPr>
          <a:xfrm>
            <a:off x="30008032" y="17864595"/>
            <a:ext cx="13761720" cy="9144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91440" tIns="45723" rIns="91440" bIns="45723" rtlCol="0" anchor="ctr"/>
          <a:lstStyle/>
          <a:p>
            <a:pPr algn="ctr"/>
            <a:r>
              <a:rPr lang="en-US" sz="6000" dirty="0">
                <a:latin typeface="+mj-lt"/>
              </a:rPr>
              <a:t>WHAT’S NEXT? / FUTURE PLANS</a:t>
            </a:r>
            <a:endParaRPr lang="en-US" sz="6000" dirty="0">
              <a:latin typeface="+mj-lt"/>
              <a:cs typeface="Arial" panose="020B0604020202020204" pitchFamily="34" charset="0"/>
            </a:endParaRPr>
          </a:p>
        </p:txBody>
      </p:sp>
      <p:sp>
        <p:nvSpPr>
          <p:cNvPr id="1039" name="TextBox 1038">
            <a:extLst>
              <a:ext uri="{FF2B5EF4-FFF2-40B4-BE49-F238E27FC236}">
                <a16:creationId xmlns:a16="http://schemas.microsoft.com/office/drawing/2014/main" id="{A37C326A-7213-36F4-79A6-6CB247A8E5D4}"/>
              </a:ext>
            </a:extLst>
          </p:cNvPr>
          <p:cNvSpPr txBox="1"/>
          <p:nvPr/>
        </p:nvSpPr>
        <p:spPr>
          <a:xfrm>
            <a:off x="30008033" y="18718584"/>
            <a:ext cx="13883168" cy="7417415"/>
          </a:xfrm>
          <a:prstGeom prst="rect">
            <a:avLst/>
          </a:prstGeom>
          <a:noFill/>
        </p:spPr>
        <p:txBody>
          <a:bodyPr wrap="square" rtlCol="0">
            <a:spAutoFit/>
          </a:bodyPr>
          <a:lstStyle/>
          <a:p>
            <a:r>
              <a:rPr lang="en-US" sz="2800" b="1" dirty="0"/>
              <a:t>Short-Term</a:t>
            </a:r>
          </a:p>
          <a:p>
            <a:pPr marL="457200" indent="-457200">
              <a:buFont typeface="Arial" panose="020B0604020202020204" pitchFamily="34" charset="0"/>
              <a:buChar char="•"/>
            </a:pPr>
            <a:r>
              <a:rPr lang="en-US" sz="2800" dirty="0"/>
              <a:t>Connect Avatar Tab to the live AWS </a:t>
            </a:r>
            <a:r>
              <a:rPr lang="en-US" sz="2800" dirty="0" err="1"/>
              <a:t>GenASL</a:t>
            </a:r>
            <a:r>
              <a:rPr lang="en-US" sz="2800" dirty="0"/>
              <a:t> service.</a:t>
            </a:r>
          </a:p>
          <a:p>
            <a:pPr marL="457200" indent="-457200">
              <a:buFont typeface="Arial" panose="020B0604020202020204" pitchFamily="34" charset="0"/>
              <a:buChar char="•"/>
            </a:pPr>
            <a:r>
              <a:rPr lang="en-US" sz="2800" dirty="0"/>
              <a:t>Expand ASL recognition to more signs and dynamic sequences.</a:t>
            </a:r>
          </a:p>
          <a:p>
            <a:pPr marL="457200" indent="-457200">
              <a:buFont typeface="Arial" panose="020B0604020202020204" pitchFamily="34" charset="0"/>
              <a:buChar char="•"/>
            </a:pPr>
            <a:r>
              <a:rPr lang="en-US" sz="2800" dirty="0"/>
              <a:t>Add demo videos and finalize UI polish.</a:t>
            </a:r>
          </a:p>
          <a:p>
            <a:pPr marL="457200" indent="-457200">
              <a:buFont typeface="Arial" panose="020B0604020202020204" pitchFamily="34" charset="0"/>
              <a:buChar char="•"/>
            </a:pPr>
            <a:r>
              <a:rPr lang="en-US" sz="2800" dirty="0"/>
              <a:t>Complete security rules and reviewer validation.</a:t>
            </a:r>
          </a:p>
          <a:p>
            <a:r>
              <a:rPr lang="en-US" sz="2800" b="1" dirty="0"/>
              <a:t>Medium-Term</a:t>
            </a:r>
          </a:p>
          <a:p>
            <a:pPr marL="457200" indent="-457200">
              <a:buFont typeface="Arial" panose="020B0604020202020204" pitchFamily="34" charset="0"/>
              <a:buChar char="•"/>
            </a:pPr>
            <a:r>
              <a:rPr lang="en-US" sz="2800" dirty="0"/>
              <a:t>Deploy cloud retraining pipeline for quarterly model updates.</a:t>
            </a:r>
          </a:p>
          <a:p>
            <a:pPr marL="457200" indent="-457200">
              <a:buFont typeface="Arial" panose="020B0604020202020204" pitchFamily="34" charset="0"/>
              <a:buChar char="•"/>
            </a:pPr>
            <a:r>
              <a:rPr lang="en-US" sz="2800" dirty="0"/>
              <a:t>Add multilingual captions and spoken output.</a:t>
            </a:r>
          </a:p>
          <a:p>
            <a:pPr marL="457200" indent="-457200">
              <a:buFont typeface="Arial" panose="020B0604020202020204" pitchFamily="34" charset="0"/>
              <a:buChar char="•"/>
            </a:pPr>
            <a:r>
              <a:rPr lang="en-US" sz="2800" dirty="0"/>
              <a:t>Improve real-time performance with temporal attention models.</a:t>
            </a:r>
          </a:p>
          <a:p>
            <a:r>
              <a:rPr lang="en-US" sz="2800" b="1" dirty="0"/>
              <a:t>Long-Term Vision</a:t>
            </a:r>
          </a:p>
          <a:p>
            <a:pPr marL="457200" indent="-457200">
              <a:buFont typeface="Arial" panose="020B0604020202020204" pitchFamily="34" charset="0"/>
              <a:buChar char="•"/>
            </a:pPr>
            <a:r>
              <a:rPr lang="en-US" sz="2800" dirty="0"/>
              <a:t>Integrate with Meta Smart Glasses for hands-free ASL recognition.</a:t>
            </a:r>
          </a:p>
          <a:p>
            <a:pPr marL="457200" indent="-457200">
              <a:buFont typeface="Arial" panose="020B0604020202020204" pitchFamily="34" charset="0"/>
              <a:buChar char="•"/>
            </a:pPr>
            <a:r>
              <a:rPr lang="en-US" sz="2800" dirty="0"/>
              <a:t>Support real-time ASL ↔ Speech conversations.</a:t>
            </a:r>
          </a:p>
          <a:p>
            <a:pPr marL="457200" indent="-457200">
              <a:buFont typeface="Arial" panose="020B0604020202020204" pitchFamily="34" charset="0"/>
              <a:buChar char="•"/>
            </a:pPr>
            <a:r>
              <a:rPr lang="en-US" sz="2800" dirty="0"/>
              <a:t>Build educator tools for ASL learning and assessment.</a:t>
            </a:r>
          </a:p>
          <a:p>
            <a:pPr marL="457200" indent="-457200">
              <a:buFont typeface="Arial" panose="020B0604020202020204" pitchFamily="34" charset="0"/>
              <a:buChar char="•"/>
            </a:pPr>
            <a:r>
              <a:rPr lang="en-US" sz="2800" dirty="0"/>
              <a:t>Scale contributions to grow a diverse ASL training dataset.</a:t>
            </a:r>
          </a:p>
          <a:p>
            <a:r>
              <a:rPr lang="en-US" sz="2800" b="1" dirty="0" err="1"/>
              <a:t>Gestura’s</a:t>
            </a:r>
            <a:r>
              <a:rPr lang="en-US" sz="2800" b="1" dirty="0"/>
              <a:t> long-term mission is to provide a unified, accessible communication bridge for Deaf, hard-of-hearing, and multilingual communities.</a:t>
            </a:r>
            <a:endParaRPr lang="en-US" sz="2800" dirty="0"/>
          </a:p>
          <a:p>
            <a:endParaRPr lang="en-US" sz="2800" dirty="0"/>
          </a:p>
        </p:txBody>
      </p:sp>
    </p:spTree>
    <p:extLst>
      <p:ext uri="{BB962C8B-B14F-4D97-AF65-F5344CB8AC3E}">
        <p14:creationId xmlns:p14="http://schemas.microsoft.com/office/powerpoint/2010/main" val="1572850573"/>
      </p:ext>
    </p:extLst>
  </p:cSld>
  <p:clrMapOvr>
    <a:masterClrMapping/>
  </p:clrMapOvr>
  <p:transition/>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28700" rtl="0" eaLnBrk="0" fontAlgn="base" latinLnBrk="0" hangingPunct="0">
          <a:lnSpc>
            <a:spcPct val="100000"/>
          </a:lnSpc>
          <a:spcBef>
            <a:spcPct val="0"/>
          </a:spcBef>
          <a:spcAft>
            <a:spcPct val="0"/>
          </a:spcAft>
          <a:buClrTx/>
          <a:buSzTx/>
          <a:buFontTx/>
          <a:buNone/>
          <a:tabLst/>
          <a:defRPr kumimoji="0" lang="en-US" sz="27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28700" rtl="0" eaLnBrk="0" fontAlgn="base" latinLnBrk="0" hangingPunct="0">
          <a:lnSpc>
            <a:spcPct val="100000"/>
          </a:lnSpc>
          <a:spcBef>
            <a:spcPct val="0"/>
          </a:spcBef>
          <a:spcAft>
            <a:spcPct val="0"/>
          </a:spcAft>
          <a:buClrTx/>
          <a:buSzTx/>
          <a:buFontTx/>
          <a:buNone/>
          <a:tabLst/>
          <a:defRPr kumimoji="0" lang="en-US" sz="27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438A527C667FC42B875C35EFF5DBCCA" ma:contentTypeVersion="10" ma:contentTypeDescription="Create a new document." ma:contentTypeScope="" ma:versionID="a4db92ec4769b2dc704b1a0b6ad407f6">
  <xsd:schema xmlns:xsd="http://www.w3.org/2001/XMLSchema" xmlns:xs="http://www.w3.org/2001/XMLSchema" xmlns:p="http://schemas.microsoft.com/office/2006/metadata/properties" xmlns:ns2="ef31f160-6f78-41b5-a79c-54e69d747dcc" xmlns:ns3="0ffb3011-b816-453c-9c2a-490f32c590ad" targetNamespace="http://schemas.microsoft.com/office/2006/metadata/properties" ma:root="true" ma:fieldsID="d55346c77cffa17c69ded0ee115fd0b6" ns2:_="" ns3:_="">
    <xsd:import namespace="ef31f160-6f78-41b5-a79c-54e69d747dcc"/>
    <xsd:import namespace="0ffb3011-b816-453c-9c2a-490f32c590a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31f160-6f78-41b5-a79c-54e69d747dc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ffb3011-b816-453c-9c2a-490f32c590ad"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04D25DA-39EA-4C45-B715-FFECD72DF5D8}">
  <ds:schemaRefs>
    <ds:schemaRef ds:uri="http://schemas.microsoft.com/office/2006/documentManagement/types"/>
    <ds:schemaRef ds:uri="http://purl.org/dc/dcmitype/"/>
    <ds:schemaRef ds:uri="http://schemas.openxmlformats.org/package/2006/metadata/core-properties"/>
    <ds:schemaRef ds:uri="ef31f160-6f78-41b5-a79c-54e69d747dcc"/>
    <ds:schemaRef ds:uri="http://www.w3.org/XML/1998/namespace"/>
    <ds:schemaRef ds:uri="http://schemas.microsoft.com/office/infopath/2007/PartnerControls"/>
    <ds:schemaRef ds:uri="http://purl.org/dc/elements/1.1/"/>
    <ds:schemaRef ds:uri="0ffb3011-b816-453c-9c2a-490f32c590ad"/>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D7AEFE85-8E3B-4626-9020-EF35760425A8}">
  <ds:schemaRefs>
    <ds:schemaRef ds:uri="http://schemas.microsoft.com/sharepoint/v3/contenttype/forms"/>
  </ds:schemaRefs>
</ds:datastoreItem>
</file>

<file path=customXml/itemProps3.xml><?xml version="1.0" encoding="utf-8"?>
<ds:datastoreItem xmlns:ds="http://schemas.openxmlformats.org/officeDocument/2006/customXml" ds:itemID="{8F7B9CFC-C417-42AD-9799-B244E5710614}">
  <ds:schemaRefs>
    <ds:schemaRef ds:uri="0ffb3011-b816-453c-9c2a-490f32c590ad"/>
    <ds:schemaRef ds:uri="ef31f160-6f78-41b5-a79c-54e69d747dc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Slice</Template>
  <TotalTime>2682</TotalTime>
  <Words>1504</Words>
  <Application>Microsoft Macintosh PowerPoint</Application>
  <PresentationFormat>Custom</PresentationFormat>
  <Paragraphs>173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Times New Roman</vt:lpstr>
      <vt:lpstr>Vrinda</vt:lpstr>
      <vt:lpstr>Blank Presentation</vt:lpstr>
      <vt:lpstr>PowerPoint Presentation</vt:lpstr>
    </vt:vector>
  </TitlesOfParts>
  <Company>UNSW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VINCI 42x72 Poster Template</dc:title>
  <dc:creator>Medical Illustration Unit</dc:creator>
  <cp:lastModifiedBy>Raven Mott</cp:lastModifiedBy>
  <cp:revision>376</cp:revision>
  <cp:lastPrinted>2011-06-18T23:42:16Z</cp:lastPrinted>
  <dcterms:created xsi:type="dcterms:W3CDTF">1997-10-24T05:44:18Z</dcterms:created>
  <dcterms:modified xsi:type="dcterms:W3CDTF">2025-11-19T07:42:09Z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0x0101000438A527C667FC42B875C35EFF5DBCCA</vt:lpwstr>
  </property>
</Properties>
</file>